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3" r:id="rId4"/>
    <p:sldMasterId id="2147483725" r:id="rId5"/>
  </p:sldMasterIdLst>
  <p:notesMasterIdLst>
    <p:notesMasterId r:id="rId21"/>
  </p:notesMasterIdLst>
  <p:handoutMasterIdLst>
    <p:handoutMasterId r:id="rId22"/>
  </p:handoutMasterIdLst>
  <p:sldIdLst>
    <p:sldId id="7317" r:id="rId6"/>
    <p:sldId id="7298" r:id="rId7"/>
    <p:sldId id="7310" r:id="rId8"/>
    <p:sldId id="7318" r:id="rId9"/>
    <p:sldId id="7319" r:id="rId10"/>
    <p:sldId id="7320" r:id="rId11"/>
    <p:sldId id="7322" r:id="rId12"/>
    <p:sldId id="7311" r:id="rId13"/>
    <p:sldId id="7312" r:id="rId14"/>
    <p:sldId id="7313" r:id="rId15"/>
    <p:sldId id="7314" r:id="rId16"/>
    <p:sldId id="7315" r:id="rId17"/>
    <p:sldId id="7323" r:id="rId18"/>
    <p:sldId id="7324" r:id="rId19"/>
    <p:sldId id="7316" r:id="rId2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テンプレート" id="{8025D129-D8B2-4DA2-9AC0-759188C203FA}">
          <p14:sldIdLst>
            <p14:sldId id="7317"/>
            <p14:sldId id="7298"/>
            <p14:sldId id="7310"/>
            <p14:sldId id="7318"/>
            <p14:sldId id="7319"/>
            <p14:sldId id="7320"/>
            <p14:sldId id="7322"/>
            <p14:sldId id="7311"/>
            <p14:sldId id="7312"/>
            <p14:sldId id="7313"/>
            <p14:sldId id="7314"/>
            <p14:sldId id="7315"/>
            <p14:sldId id="7323"/>
            <p14:sldId id="7324"/>
            <p14:sldId id="7316"/>
          </p14:sldIdLst>
        </p14:section>
      </p14:sectionLst>
    </p:ext>
    <p:ext uri="{EFAFB233-063F-42B5-8137-9DF3F51BA10A}">
      <p15:sldGuideLst xmlns:p15="http://schemas.microsoft.com/office/powerpoint/2012/main">
        <p15:guide id="7" orient="horz" pos="1366" userDrawn="1">
          <p15:clr>
            <a:srgbClr val="A4A3A4"/>
          </p15:clr>
        </p15:guide>
        <p15:guide id="8" pos="3840">
          <p15:clr>
            <a:srgbClr val="A4A3A4"/>
          </p15:clr>
        </p15:guide>
        <p15:guide id="9" orient="horz" pos="1162"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作成者"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0F3F"/>
    <a:srgbClr val="E3E3E3"/>
    <a:srgbClr val="44AEA1"/>
    <a:srgbClr val="5E68CA"/>
    <a:srgbClr val="4955C3"/>
    <a:srgbClr val="5096C8"/>
    <a:srgbClr val="5DBFB3"/>
    <a:srgbClr val="28D295"/>
    <a:srgbClr val="52A86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EC8DA0-F557-4560-B28F-7F78C101C451}" v="17" dt="2026-05-22T02:47:08.591"/>
    <p1510:client id="{160B7C95-50C3-DD93-00C9-1E54B4BF7C73}" v="248" dt="2026-05-22T02:51:38.878"/>
    <p1510:client id="{8DEE14F5-286F-73F9-0C9F-1C739B691A82}" v="1" dt="2026-05-22T08:39:56.0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366"/>
        <p:guide pos="3840"/>
        <p:guide orient="horz" pos="1162"/>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古賀 珠璃安" userId="S::juria.koga@hd.veriserve.co.jp::3327092b-e33c-4c13-87dc-06b7d44ab16f" providerId="AD" clId="Web-{8DEE14F5-286F-73F9-0C9F-1C739B691A82}"/>
    <pc:docChg chg="sldOrd">
      <pc:chgData name="古賀 珠璃安" userId="S::juria.koga@hd.veriserve.co.jp::3327092b-e33c-4c13-87dc-06b7d44ab16f" providerId="AD" clId="Web-{8DEE14F5-286F-73F9-0C9F-1C739B691A82}" dt="2026-05-22T08:39:56.049" v="0"/>
      <pc:docMkLst>
        <pc:docMk/>
      </pc:docMkLst>
      <pc:sldChg chg="ord">
        <pc:chgData name="古賀 珠璃安" userId="S::juria.koga@hd.veriserve.co.jp::3327092b-e33c-4c13-87dc-06b7d44ab16f" providerId="AD" clId="Web-{8DEE14F5-286F-73F9-0C9F-1C739B691A82}" dt="2026-05-22T08:39:56.049" v="0"/>
        <pc:sldMkLst>
          <pc:docMk/>
          <pc:sldMk cId="1656032007" sldId="731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0106FC-0144-4839-AB95-B287E4B90995}"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kumimoji="1" lang="ja-JP" altLang="en-US"/>
        </a:p>
      </dgm:t>
    </dgm:pt>
    <dgm:pt modelId="{8BC50EFD-C065-4D3E-B6AE-F2378E95BF42}">
      <dgm:prSet phldrT="[テキスト]" custT="1"/>
      <dgm:spPr/>
      <dgm:t>
        <a:bodyPr/>
        <a:lstStyle/>
        <a:p>
          <a:pPr>
            <a:buNone/>
          </a:pPr>
          <a:r>
            <a:rPr lang="ja-JP" altLang="en-US" sz="1800"/>
            <a:t>課題公開</a:t>
          </a:r>
          <a:endParaRPr kumimoji="1" lang="ja-JP" altLang="en-US" sz="1800"/>
        </a:p>
      </dgm:t>
    </dgm:pt>
    <dgm:pt modelId="{D6A9190B-A5C8-42B4-B3F6-0A3D47199132}" type="parTrans" cxnId="{576EB212-80F2-4B8B-BF92-434AE1FCD105}">
      <dgm:prSet/>
      <dgm:spPr/>
      <dgm:t>
        <a:bodyPr/>
        <a:lstStyle/>
        <a:p>
          <a:endParaRPr kumimoji="1" lang="ja-JP" altLang="en-US"/>
        </a:p>
      </dgm:t>
    </dgm:pt>
    <dgm:pt modelId="{499012DE-36DA-4665-82AD-6AB1F7E3E442}" type="sibTrans" cxnId="{576EB212-80F2-4B8B-BF92-434AE1FCD105}">
      <dgm:prSet/>
      <dgm:spPr/>
      <dgm:t>
        <a:bodyPr/>
        <a:lstStyle/>
        <a:p>
          <a:endParaRPr kumimoji="1" lang="ja-JP" altLang="en-US"/>
        </a:p>
      </dgm:t>
    </dgm:pt>
    <dgm:pt modelId="{E505003B-FE4A-49F7-853E-C519DE422220}">
      <dgm:prSet phldrT="[テキスト]" custT="1"/>
      <dgm:spPr/>
      <dgm:t>
        <a:bodyPr/>
        <a:lstStyle/>
        <a:p>
          <a:pPr>
            <a:buNone/>
          </a:pPr>
          <a:r>
            <a:rPr lang="ja-JP" altLang="en-US" sz="1800"/>
            <a:t>成果物</a:t>
          </a:r>
          <a:endParaRPr lang="en-US" altLang="ja-JP" sz="1800"/>
        </a:p>
        <a:p>
          <a:pPr>
            <a:buNone/>
          </a:pPr>
          <a:r>
            <a:rPr lang="ja-JP" altLang="en-US" sz="1800"/>
            <a:t>作成</a:t>
          </a:r>
          <a:endParaRPr kumimoji="1" lang="ja-JP" altLang="en-US" sz="1800"/>
        </a:p>
      </dgm:t>
    </dgm:pt>
    <dgm:pt modelId="{37C34C75-8FF1-4DDA-9933-40098F501DF3}" type="parTrans" cxnId="{B13BBF44-75C5-4614-AA18-0A67BC18C3DC}">
      <dgm:prSet/>
      <dgm:spPr/>
      <dgm:t>
        <a:bodyPr/>
        <a:lstStyle/>
        <a:p>
          <a:endParaRPr kumimoji="1" lang="ja-JP" altLang="en-US"/>
        </a:p>
      </dgm:t>
    </dgm:pt>
    <dgm:pt modelId="{CC75662D-D14D-49D7-A529-E0634F953891}" type="sibTrans" cxnId="{B13BBF44-75C5-4614-AA18-0A67BC18C3DC}">
      <dgm:prSet/>
      <dgm:spPr/>
      <dgm:t>
        <a:bodyPr/>
        <a:lstStyle/>
        <a:p>
          <a:endParaRPr kumimoji="1" lang="ja-JP" altLang="en-US"/>
        </a:p>
      </dgm:t>
    </dgm:pt>
    <dgm:pt modelId="{4CD46535-6907-4689-A257-372166881623}">
      <dgm:prSet phldrT="[テキスト]" custT="1"/>
      <dgm:spPr/>
      <dgm:t>
        <a:bodyPr/>
        <a:lstStyle/>
        <a:p>
          <a:pPr>
            <a:buNone/>
          </a:pPr>
          <a:r>
            <a:rPr lang="ja-JP" altLang="en-US" sz="1800"/>
            <a:t>発表</a:t>
          </a:r>
          <a:endParaRPr lang="en-US" altLang="ja-JP" sz="1800"/>
        </a:p>
        <a:p>
          <a:pPr>
            <a:buNone/>
          </a:pPr>
          <a:r>
            <a:rPr lang="en-US" altLang="ja-JP" sz="1800"/>
            <a:t>(</a:t>
          </a:r>
          <a:r>
            <a:rPr lang="ja-JP" altLang="en-US" sz="1800"/>
            <a:t>審査</a:t>
          </a:r>
          <a:r>
            <a:rPr lang="en-US" altLang="ja-JP" sz="1800"/>
            <a:t>)</a:t>
          </a:r>
          <a:endParaRPr kumimoji="1" lang="ja-JP" altLang="en-US" sz="1800"/>
        </a:p>
      </dgm:t>
    </dgm:pt>
    <dgm:pt modelId="{252AA628-279C-40E8-9393-9AE993B370ED}" type="parTrans" cxnId="{AFCDC3FD-878A-4746-9C56-17980492AA35}">
      <dgm:prSet/>
      <dgm:spPr/>
      <dgm:t>
        <a:bodyPr/>
        <a:lstStyle/>
        <a:p>
          <a:endParaRPr kumimoji="1" lang="ja-JP" altLang="en-US"/>
        </a:p>
      </dgm:t>
    </dgm:pt>
    <dgm:pt modelId="{C01438EF-9909-4C9D-A690-529DA0D5C6FC}" type="sibTrans" cxnId="{AFCDC3FD-878A-4746-9C56-17980492AA35}">
      <dgm:prSet/>
      <dgm:spPr/>
      <dgm:t>
        <a:bodyPr/>
        <a:lstStyle/>
        <a:p>
          <a:endParaRPr kumimoji="1" lang="ja-JP" altLang="en-US"/>
        </a:p>
      </dgm:t>
    </dgm:pt>
    <dgm:pt modelId="{91AE4843-A088-4D76-8AE6-EDCD7BED39E3}">
      <dgm:prSet custT="1"/>
      <dgm:spPr/>
      <dgm:t>
        <a:bodyPr/>
        <a:lstStyle/>
        <a:p>
          <a:pPr>
            <a:buNone/>
          </a:pPr>
          <a:r>
            <a:rPr lang="ja-JP" altLang="en-US" sz="1800"/>
            <a:t>対象分析</a:t>
          </a:r>
          <a:endParaRPr kumimoji="1" lang="ja-JP" altLang="en-US" sz="1800"/>
        </a:p>
      </dgm:t>
    </dgm:pt>
    <dgm:pt modelId="{C50240AB-152B-4267-A197-51966752A78D}" type="parTrans" cxnId="{FFBB2E1C-8E57-4C83-A4A0-2C753C65AB77}">
      <dgm:prSet/>
      <dgm:spPr/>
      <dgm:t>
        <a:bodyPr/>
        <a:lstStyle/>
        <a:p>
          <a:endParaRPr kumimoji="1" lang="ja-JP" altLang="en-US"/>
        </a:p>
      </dgm:t>
    </dgm:pt>
    <dgm:pt modelId="{EE3CAB21-7387-4478-AD21-3760982E0704}" type="sibTrans" cxnId="{FFBB2E1C-8E57-4C83-A4A0-2C753C65AB77}">
      <dgm:prSet/>
      <dgm:spPr/>
      <dgm:t>
        <a:bodyPr/>
        <a:lstStyle/>
        <a:p>
          <a:endParaRPr kumimoji="1" lang="ja-JP" altLang="en-US"/>
        </a:p>
      </dgm:t>
    </dgm:pt>
    <dgm:pt modelId="{7FB74FF9-81DF-4DDF-9B81-9BD91F707B5F}">
      <dgm:prSet custT="1"/>
      <dgm:spPr/>
      <dgm:t>
        <a:bodyPr/>
        <a:lstStyle/>
        <a:p>
          <a:pPr>
            <a:buNone/>
          </a:pPr>
          <a:r>
            <a:rPr lang="ja-JP" altLang="en-US" sz="1800"/>
            <a:t>テスト</a:t>
          </a:r>
          <a:endParaRPr lang="en-US" altLang="ja-JP" sz="1800"/>
        </a:p>
        <a:p>
          <a:pPr>
            <a:buNone/>
          </a:pPr>
          <a:r>
            <a:rPr lang="ja-JP" altLang="en-US" sz="1800"/>
            <a:t>観点抽出</a:t>
          </a:r>
        </a:p>
      </dgm:t>
    </dgm:pt>
    <dgm:pt modelId="{F40790F3-A579-4363-9A5E-F544131EBF14}" type="parTrans" cxnId="{3B60D3CB-0BB9-49B2-9FC7-3A52CEFCE563}">
      <dgm:prSet/>
      <dgm:spPr/>
      <dgm:t>
        <a:bodyPr/>
        <a:lstStyle/>
        <a:p>
          <a:endParaRPr kumimoji="1" lang="ja-JP" altLang="en-US"/>
        </a:p>
      </dgm:t>
    </dgm:pt>
    <dgm:pt modelId="{2604408A-96B3-4C13-BCAC-CBCB6EF1494A}" type="sibTrans" cxnId="{3B60D3CB-0BB9-49B2-9FC7-3A52CEFCE563}">
      <dgm:prSet/>
      <dgm:spPr/>
      <dgm:t>
        <a:bodyPr/>
        <a:lstStyle/>
        <a:p>
          <a:endParaRPr kumimoji="1" lang="ja-JP" altLang="en-US"/>
        </a:p>
      </dgm:t>
    </dgm:pt>
    <dgm:pt modelId="{AFAA26ED-F7EF-423B-9B54-E0D3FA0C957F}">
      <dgm:prSet custT="1"/>
      <dgm:spPr/>
      <dgm:t>
        <a:bodyPr/>
        <a:lstStyle/>
        <a:p>
          <a:pPr>
            <a:buNone/>
          </a:pPr>
          <a:r>
            <a:rPr lang="ja-JP" altLang="en-US" sz="1800"/>
            <a:t>テスト</a:t>
          </a:r>
          <a:endParaRPr lang="en-US" altLang="ja-JP" sz="1800"/>
        </a:p>
        <a:p>
          <a:pPr>
            <a:buNone/>
          </a:pPr>
          <a:r>
            <a:rPr lang="ja-JP" altLang="en-US" sz="1800"/>
            <a:t>設計</a:t>
          </a:r>
        </a:p>
      </dgm:t>
    </dgm:pt>
    <dgm:pt modelId="{658B5598-BEDC-4FFF-85F2-7F1C9BBEE3E4}" type="parTrans" cxnId="{D56728A4-C8D0-4BE0-8C79-AA91BE031D47}">
      <dgm:prSet/>
      <dgm:spPr/>
      <dgm:t>
        <a:bodyPr/>
        <a:lstStyle/>
        <a:p>
          <a:endParaRPr kumimoji="1" lang="ja-JP" altLang="en-US"/>
        </a:p>
      </dgm:t>
    </dgm:pt>
    <dgm:pt modelId="{9C879B36-3ECC-4423-9071-ADB8376D39D1}" type="sibTrans" cxnId="{D56728A4-C8D0-4BE0-8C79-AA91BE031D47}">
      <dgm:prSet/>
      <dgm:spPr/>
      <dgm:t>
        <a:bodyPr/>
        <a:lstStyle/>
        <a:p>
          <a:endParaRPr kumimoji="1" lang="ja-JP" altLang="en-US"/>
        </a:p>
      </dgm:t>
    </dgm:pt>
    <dgm:pt modelId="{D8204033-EB01-4093-AA51-A11AECDD5A02}" type="pres">
      <dgm:prSet presAssocID="{810106FC-0144-4839-AB95-B287E4B90995}" presName="CompostProcess" presStyleCnt="0">
        <dgm:presLayoutVars>
          <dgm:dir/>
          <dgm:resizeHandles val="exact"/>
        </dgm:presLayoutVars>
      </dgm:prSet>
      <dgm:spPr/>
    </dgm:pt>
    <dgm:pt modelId="{36E8C3B2-4B61-4595-AAFD-0415C755490E}" type="pres">
      <dgm:prSet presAssocID="{810106FC-0144-4839-AB95-B287E4B90995}" presName="arrow" presStyleLbl="bgShp" presStyleIdx="0" presStyleCnt="1"/>
      <dgm:spPr/>
    </dgm:pt>
    <dgm:pt modelId="{6D47B038-E5FC-4ACF-BECC-87A2E889F208}" type="pres">
      <dgm:prSet presAssocID="{810106FC-0144-4839-AB95-B287E4B90995}" presName="linearProcess" presStyleCnt="0"/>
      <dgm:spPr/>
    </dgm:pt>
    <dgm:pt modelId="{D9E67423-36E3-4FA3-B664-9CED0A667147}" type="pres">
      <dgm:prSet presAssocID="{8BC50EFD-C065-4D3E-B6AE-F2378E95BF42}" presName="textNode" presStyleLbl="node1" presStyleIdx="0" presStyleCnt="6">
        <dgm:presLayoutVars>
          <dgm:bulletEnabled val="1"/>
        </dgm:presLayoutVars>
      </dgm:prSet>
      <dgm:spPr/>
    </dgm:pt>
    <dgm:pt modelId="{B0211FD9-5A97-42B5-9CFC-655871AA1E0F}" type="pres">
      <dgm:prSet presAssocID="{499012DE-36DA-4665-82AD-6AB1F7E3E442}" presName="sibTrans" presStyleCnt="0"/>
      <dgm:spPr/>
    </dgm:pt>
    <dgm:pt modelId="{5407F48B-4A9D-45A4-A7D5-19B1B6CE9850}" type="pres">
      <dgm:prSet presAssocID="{91AE4843-A088-4D76-8AE6-EDCD7BED39E3}" presName="textNode" presStyleLbl="node1" presStyleIdx="1" presStyleCnt="6">
        <dgm:presLayoutVars>
          <dgm:bulletEnabled val="1"/>
        </dgm:presLayoutVars>
      </dgm:prSet>
      <dgm:spPr/>
    </dgm:pt>
    <dgm:pt modelId="{97A2E0A7-92C2-49EA-9BFB-68793EDB4B2B}" type="pres">
      <dgm:prSet presAssocID="{EE3CAB21-7387-4478-AD21-3760982E0704}" presName="sibTrans" presStyleCnt="0"/>
      <dgm:spPr/>
    </dgm:pt>
    <dgm:pt modelId="{FF0D8996-4301-43FE-B915-EF9870A036F7}" type="pres">
      <dgm:prSet presAssocID="{7FB74FF9-81DF-4DDF-9B81-9BD91F707B5F}" presName="textNode" presStyleLbl="node1" presStyleIdx="2" presStyleCnt="6">
        <dgm:presLayoutVars>
          <dgm:bulletEnabled val="1"/>
        </dgm:presLayoutVars>
      </dgm:prSet>
      <dgm:spPr/>
    </dgm:pt>
    <dgm:pt modelId="{89FB847F-2583-485E-B789-69157979BA97}" type="pres">
      <dgm:prSet presAssocID="{2604408A-96B3-4C13-BCAC-CBCB6EF1494A}" presName="sibTrans" presStyleCnt="0"/>
      <dgm:spPr/>
    </dgm:pt>
    <dgm:pt modelId="{388ED6D7-9A18-4CF2-B358-B5755D566BD9}" type="pres">
      <dgm:prSet presAssocID="{AFAA26ED-F7EF-423B-9B54-E0D3FA0C957F}" presName="textNode" presStyleLbl="node1" presStyleIdx="3" presStyleCnt="6">
        <dgm:presLayoutVars>
          <dgm:bulletEnabled val="1"/>
        </dgm:presLayoutVars>
      </dgm:prSet>
      <dgm:spPr/>
    </dgm:pt>
    <dgm:pt modelId="{8CCF2073-3AAB-44D3-AF27-D62C252E4805}" type="pres">
      <dgm:prSet presAssocID="{9C879B36-3ECC-4423-9071-ADB8376D39D1}" presName="sibTrans" presStyleCnt="0"/>
      <dgm:spPr/>
    </dgm:pt>
    <dgm:pt modelId="{3853BF1C-ED55-473B-BCBE-C2D97C7FBC24}" type="pres">
      <dgm:prSet presAssocID="{E505003B-FE4A-49F7-853E-C519DE422220}" presName="textNode" presStyleLbl="node1" presStyleIdx="4" presStyleCnt="6">
        <dgm:presLayoutVars>
          <dgm:bulletEnabled val="1"/>
        </dgm:presLayoutVars>
      </dgm:prSet>
      <dgm:spPr/>
    </dgm:pt>
    <dgm:pt modelId="{C3D89C75-85D8-4031-B902-478C16605CA3}" type="pres">
      <dgm:prSet presAssocID="{CC75662D-D14D-49D7-A529-E0634F953891}" presName="sibTrans" presStyleCnt="0"/>
      <dgm:spPr/>
    </dgm:pt>
    <dgm:pt modelId="{F81D58F8-F117-4D55-AF01-7DE242E02A87}" type="pres">
      <dgm:prSet presAssocID="{4CD46535-6907-4689-A257-372166881623}" presName="textNode" presStyleLbl="node1" presStyleIdx="5" presStyleCnt="6">
        <dgm:presLayoutVars>
          <dgm:bulletEnabled val="1"/>
        </dgm:presLayoutVars>
      </dgm:prSet>
      <dgm:spPr/>
    </dgm:pt>
  </dgm:ptLst>
  <dgm:cxnLst>
    <dgm:cxn modelId="{57054900-24B5-4D69-9FED-E98B084C5510}" type="presOf" srcId="{AFAA26ED-F7EF-423B-9B54-E0D3FA0C957F}" destId="{388ED6D7-9A18-4CF2-B358-B5755D566BD9}" srcOrd="0" destOrd="0" presId="urn:microsoft.com/office/officeart/2005/8/layout/hProcess9"/>
    <dgm:cxn modelId="{576EB212-80F2-4B8B-BF92-434AE1FCD105}" srcId="{810106FC-0144-4839-AB95-B287E4B90995}" destId="{8BC50EFD-C065-4D3E-B6AE-F2378E95BF42}" srcOrd="0" destOrd="0" parTransId="{D6A9190B-A5C8-42B4-B3F6-0A3D47199132}" sibTransId="{499012DE-36DA-4665-82AD-6AB1F7E3E442}"/>
    <dgm:cxn modelId="{661E0E18-5ADF-4A53-9305-DCEB2A26E3A9}" type="presOf" srcId="{E505003B-FE4A-49F7-853E-C519DE422220}" destId="{3853BF1C-ED55-473B-BCBE-C2D97C7FBC24}" srcOrd="0" destOrd="0" presId="urn:microsoft.com/office/officeart/2005/8/layout/hProcess9"/>
    <dgm:cxn modelId="{FFBB2E1C-8E57-4C83-A4A0-2C753C65AB77}" srcId="{810106FC-0144-4839-AB95-B287E4B90995}" destId="{91AE4843-A088-4D76-8AE6-EDCD7BED39E3}" srcOrd="1" destOrd="0" parTransId="{C50240AB-152B-4267-A197-51966752A78D}" sibTransId="{EE3CAB21-7387-4478-AD21-3760982E0704}"/>
    <dgm:cxn modelId="{301A3F62-5EAB-4819-82D5-8CEC28B1BB62}" type="presOf" srcId="{4CD46535-6907-4689-A257-372166881623}" destId="{F81D58F8-F117-4D55-AF01-7DE242E02A87}" srcOrd="0" destOrd="0" presId="urn:microsoft.com/office/officeart/2005/8/layout/hProcess9"/>
    <dgm:cxn modelId="{B13BBF44-75C5-4614-AA18-0A67BC18C3DC}" srcId="{810106FC-0144-4839-AB95-B287E4B90995}" destId="{E505003B-FE4A-49F7-853E-C519DE422220}" srcOrd="4" destOrd="0" parTransId="{37C34C75-8FF1-4DDA-9933-40098F501DF3}" sibTransId="{CC75662D-D14D-49D7-A529-E0634F953891}"/>
    <dgm:cxn modelId="{7C128457-8535-42A1-BED0-C543F5D2D266}" type="presOf" srcId="{8BC50EFD-C065-4D3E-B6AE-F2378E95BF42}" destId="{D9E67423-36E3-4FA3-B664-9CED0A667147}" srcOrd="0" destOrd="0" presId="urn:microsoft.com/office/officeart/2005/8/layout/hProcess9"/>
    <dgm:cxn modelId="{9C03A093-C17D-4F7A-8313-03A05BE29DBC}" type="presOf" srcId="{7FB74FF9-81DF-4DDF-9B81-9BD91F707B5F}" destId="{FF0D8996-4301-43FE-B915-EF9870A036F7}" srcOrd="0" destOrd="0" presId="urn:microsoft.com/office/officeart/2005/8/layout/hProcess9"/>
    <dgm:cxn modelId="{D56728A4-C8D0-4BE0-8C79-AA91BE031D47}" srcId="{810106FC-0144-4839-AB95-B287E4B90995}" destId="{AFAA26ED-F7EF-423B-9B54-E0D3FA0C957F}" srcOrd="3" destOrd="0" parTransId="{658B5598-BEDC-4FFF-85F2-7F1C9BBEE3E4}" sibTransId="{9C879B36-3ECC-4423-9071-ADB8376D39D1}"/>
    <dgm:cxn modelId="{3EB713A5-2C65-4CB8-ADDB-A6AD58B9A049}" type="presOf" srcId="{810106FC-0144-4839-AB95-B287E4B90995}" destId="{D8204033-EB01-4093-AA51-A11AECDD5A02}" srcOrd="0" destOrd="0" presId="urn:microsoft.com/office/officeart/2005/8/layout/hProcess9"/>
    <dgm:cxn modelId="{3B60D3CB-0BB9-49B2-9FC7-3A52CEFCE563}" srcId="{810106FC-0144-4839-AB95-B287E4B90995}" destId="{7FB74FF9-81DF-4DDF-9B81-9BD91F707B5F}" srcOrd="2" destOrd="0" parTransId="{F40790F3-A579-4363-9A5E-F544131EBF14}" sibTransId="{2604408A-96B3-4C13-BCAC-CBCB6EF1494A}"/>
    <dgm:cxn modelId="{67C32ACE-9D62-4DB4-B61C-32AC781C1E0B}" type="presOf" srcId="{91AE4843-A088-4D76-8AE6-EDCD7BED39E3}" destId="{5407F48B-4A9D-45A4-A7D5-19B1B6CE9850}" srcOrd="0" destOrd="0" presId="urn:microsoft.com/office/officeart/2005/8/layout/hProcess9"/>
    <dgm:cxn modelId="{AFCDC3FD-878A-4746-9C56-17980492AA35}" srcId="{810106FC-0144-4839-AB95-B287E4B90995}" destId="{4CD46535-6907-4689-A257-372166881623}" srcOrd="5" destOrd="0" parTransId="{252AA628-279C-40E8-9393-9AE993B370ED}" sibTransId="{C01438EF-9909-4C9D-A690-529DA0D5C6FC}"/>
    <dgm:cxn modelId="{CB1882FE-A168-4FC4-9B58-3876F5ED6F69}" type="presParOf" srcId="{D8204033-EB01-4093-AA51-A11AECDD5A02}" destId="{36E8C3B2-4B61-4595-AAFD-0415C755490E}" srcOrd="0" destOrd="0" presId="urn:microsoft.com/office/officeart/2005/8/layout/hProcess9"/>
    <dgm:cxn modelId="{FFAF8A18-429E-4833-9914-59FE33417F6D}" type="presParOf" srcId="{D8204033-EB01-4093-AA51-A11AECDD5A02}" destId="{6D47B038-E5FC-4ACF-BECC-87A2E889F208}" srcOrd="1" destOrd="0" presId="urn:microsoft.com/office/officeart/2005/8/layout/hProcess9"/>
    <dgm:cxn modelId="{C626FDF5-66E8-4806-A32F-683778322B3F}" type="presParOf" srcId="{6D47B038-E5FC-4ACF-BECC-87A2E889F208}" destId="{D9E67423-36E3-4FA3-B664-9CED0A667147}" srcOrd="0" destOrd="0" presId="urn:microsoft.com/office/officeart/2005/8/layout/hProcess9"/>
    <dgm:cxn modelId="{A764011B-7D0F-4A21-8D90-A2965AB643CD}" type="presParOf" srcId="{6D47B038-E5FC-4ACF-BECC-87A2E889F208}" destId="{B0211FD9-5A97-42B5-9CFC-655871AA1E0F}" srcOrd="1" destOrd="0" presId="urn:microsoft.com/office/officeart/2005/8/layout/hProcess9"/>
    <dgm:cxn modelId="{96EBAF09-47DF-42A1-B73A-7BA67EEEBE21}" type="presParOf" srcId="{6D47B038-E5FC-4ACF-BECC-87A2E889F208}" destId="{5407F48B-4A9D-45A4-A7D5-19B1B6CE9850}" srcOrd="2" destOrd="0" presId="urn:microsoft.com/office/officeart/2005/8/layout/hProcess9"/>
    <dgm:cxn modelId="{C78FCBF3-7EC0-4DC0-9BA2-E17E90C7B7B0}" type="presParOf" srcId="{6D47B038-E5FC-4ACF-BECC-87A2E889F208}" destId="{97A2E0A7-92C2-49EA-9BFB-68793EDB4B2B}" srcOrd="3" destOrd="0" presId="urn:microsoft.com/office/officeart/2005/8/layout/hProcess9"/>
    <dgm:cxn modelId="{5A43F60A-A734-497F-A682-216448F46ABD}" type="presParOf" srcId="{6D47B038-E5FC-4ACF-BECC-87A2E889F208}" destId="{FF0D8996-4301-43FE-B915-EF9870A036F7}" srcOrd="4" destOrd="0" presId="urn:microsoft.com/office/officeart/2005/8/layout/hProcess9"/>
    <dgm:cxn modelId="{33338947-DBB7-4931-9273-BCB560038F46}" type="presParOf" srcId="{6D47B038-E5FC-4ACF-BECC-87A2E889F208}" destId="{89FB847F-2583-485E-B789-69157979BA97}" srcOrd="5" destOrd="0" presId="urn:microsoft.com/office/officeart/2005/8/layout/hProcess9"/>
    <dgm:cxn modelId="{88CEBD07-32EE-4493-89C7-6F9402B79E33}" type="presParOf" srcId="{6D47B038-E5FC-4ACF-BECC-87A2E889F208}" destId="{388ED6D7-9A18-4CF2-B358-B5755D566BD9}" srcOrd="6" destOrd="0" presId="urn:microsoft.com/office/officeart/2005/8/layout/hProcess9"/>
    <dgm:cxn modelId="{FF4647E5-E641-4B8E-982E-3E230BF8F893}" type="presParOf" srcId="{6D47B038-E5FC-4ACF-BECC-87A2E889F208}" destId="{8CCF2073-3AAB-44D3-AF27-D62C252E4805}" srcOrd="7" destOrd="0" presId="urn:microsoft.com/office/officeart/2005/8/layout/hProcess9"/>
    <dgm:cxn modelId="{51849005-F77B-40E4-8634-2D473100C0D8}" type="presParOf" srcId="{6D47B038-E5FC-4ACF-BECC-87A2E889F208}" destId="{3853BF1C-ED55-473B-BCBE-C2D97C7FBC24}" srcOrd="8" destOrd="0" presId="urn:microsoft.com/office/officeart/2005/8/layout/hProcess9"/>
    <dgm:cxn modelId="{0777A785-5FF2-4572-8BB4-77BED29E6623}" type="presParOf" srcId="{6D47B038-E5FC-4ACF-BECC-87A2E889F208}" destId="{C3D89C75-85D8-4031-B902-478C16605CA3}" srcOrd="9" destOrd="0" presId="urn:microsoft.com/office/officeart/2005/8/layout/hProcess9"/>
    <dgm:cxn modelId="{4DD43E79-C716-46B6-85D2-5A5AEF586EB8}" type="presParOf" srcId="{6D47B038-E5FC-4ACF-BECC-87A2E889F208}" destId="{F81D58F8-F117-4D55-AF01-7DE242E02A87}" srcOrd="1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3F610D8-AA99-439F-B675-A17FA6E97438}" type="doc">
      <dgm:prSet loTypeId="urn:microsoft.com/office/officeart/2024/layout/VerticalActionList" loCatId="list" qsTypeId="urn:microsoft.com/office/officeart/2005/8/quickstyle/simple1" qsCatId="simple" csTypeId="urn:microsoft.com/office/officeart/2005/8/colors/accent1_2" csCatId="accent1" phldr="1"/>
      <dgm:spPr/>
      <dgm:t>
        <a:bodyPr/>
        <a:lstStyle/>
        <a:p>
          <a:endParaRPr kumimoji="1" lang="ja-JP" altLang="en-US"/>
        </a:p>
      </dgm:t>
    </dgm:pt>
    <dgm:pt modelId="{EC41151B-7F1B-438E-9AC5-85D40076A51F}">
      <dgm:prSet phldrT="[テキスト]"/>
      <dgm:spPr/>
      <dgm:t>
        <a:bodyPr/>
        <a:lstStyle/>
        <a:p>
          <a:pPr>
            <a:buNone/>
          </a:pPr>
          <a:r>
            <a:rPr lang="ja-JP" altLang="en-US" b="0" i="0"/>
            <a:t>テスト開発プロセス及び成果物の全体像を示したもの</a:t>
          </a:r>
          <a:endParaRPr kumimoji="1" lang="ja-JP" altLang="en-US"/>
        </a:p>
      </dgm:t>
    </dgm:pt>
    <dgm:pt modelId="{0D22E95B-4C65-4E02-8679-15EDF94C2EE6}" type="parTrans" cxnId="{311E4863-DEF9-4E87-A8E2-B3B423D1964C}">
      <dgm:prSet/>
      <dgm:spPr/>
      <dgm:t>
        <a:bodyPr/>
        <a:lstStyle/>
        <a:p>
          <a:endParaRPr kumimoji="1" lang="ja-JP" altLang="en-US"/>
        </a:p>
      </dgm:t>
    </dgm:pt>
    <dgm:pt modelId="{CA05AD85-D504-49E3-B332-2DD366F217DB}" type="sibTrans" cxnId="{311E4863-DEF9-4E87-A8E2-B3B423D1964C}">
      <dgm:prSet/>
      <dgm:spPr/>
      <dgm:t>
        <a:bodyPr/>
        <a:lstStyle/>
        <a:p>
          <a:endParaRPr kumimoji="1" lang="ja-JP" altLang="en-US"/>
        </a:p>
      </dgm:t>
    </dgm:pt>
    <dgm:pt modelId="{1B77B123-D78A-4F83-90E2-748002927E40}">
      <dgm:prSet phldrT="[テキスト]"/>
      <dgm:spPr/>
      <dgm:t>
        <a:bodyPr/>
        <a:lstStyle/>
        <a:p>
          <a:pPr>
            <a:buNone/>
          </a:pPr>
          <a:r>
            <a:rPr lang="ja-JP" altLang="en-US" b="0" i="0"/>
            <a:t>成果物がどのようなプロセスで作成されたかが分かる、全体の流れが俯瞰できる資料</a:t>
          </a:r>
          <a:endParaRPr lang="en-US" altLang="ja-JP" b="0" i="0"/>
        </a:p>
        <a:p>
          <a:pPr>
            <a:buNone/>
          </a:pPr>
          <a:r>
            <a:rPr lang="ja-JP" altLang="en-US" b="0" i="0"/>
            <a:t>プロセスと成果物の関係がわかるもの</a:t>
          </a:r>
          <a:endParaRPr kumimoji="1" lang="ja-JP" altLang="en-US"/>
        </a:p>
      </dgm:t>
    </dgm:pt>
    <dgm:pt modelId="{BE67673B-1467-43E7-8749-C3E672DB5A26}" type="parTrans" cxnId="{1D96A3A2-5208-429B-B095-04963BF61833}">
      <dgm:prSet/>
      <dgm:spPr/>
      <dgm:t>
        <a:bodyPr/>
        <a:lstStyle/>
        <a:p>
          <a:endParaRPr kumimoji="1" lang="ja-JP" altLang="en-US"/>
        </a:p>
      </dgm:t>
    </dgm:pt>
    <dgm:pt modelId="{AE36EE8F-A334-489C-9B9A-7BF3F71F12F4}" type="sibTrans" cxnId="{1D96A3A2-5208-429B-B095-04963BF61833}">
      <dgm:prSet/>
      <dgm:spPr/>
      <dgm:t>
        <a:bodyPr/>
        <a:lstStyle/>
        <a:p>
          <a:endParaRPr kumimoji="1" lang="ja-JP" altLang="en-US"/>
        </a:p>
      </dgm:t>
    </dgm:pt>
    <dgm:pt modelId="{1A5BC3A2-BCA6-421D-9E5D-04894AC7E664}">
      <dgm:prSet phldrT="[テキスト]"/>
      <dgm:spPr/>
      <dgm:t>
        <a:bodyPr/>
        <a:lstStyle/>
        <a:p>
          <a:pPr>
            <a:buNone/>
          </a:pPr>
          <a:r>
            <a:rPr lang="ja-JP" altLang="en-US" b="0" i="0"/>
            <a:t>テスト要求分析の成果物</a:t>
          </a:r>
          <a:endParaRPr kumimoji="1" lang="ja-JP" altLang="en-US"/>
        </a:p>
      </dgm:t>
    </dgm:pt>
    <dgm:pt modelId="{0F442A5D-391C-4E64-AB27-41EDB19D7626}" type="parTrans" cxnId="{9F67BEFB-6E5D-4742-BB7A-B1CBC1330EDE}">
      <dgm:prSet/>
      <dgm:spPr/>
      <dgm:t>
        <a:bodyPr/>
        <a:lstStyle/>
        <a:p>
          <a:endParaRPr kumimoji="1" lang="ja-JP" altLang="en-US"/>
        </a:p>
      </dgm:t>
    </dgm:pt>
    <dgm:pt modelId="{26BFFB15-E8CA-47C2-AFC9-716DD37BC962}" type="sibTrans" cxnId="{9F67BEFB-6E5D-4742-BB7A-B1CBC1330EDE}">
      <dgm:prSet/>
      <dgm:spPr/>
      <dgm:t>
        <a:bodyPr/>
        <a:lstStyle/>
        <a:p>
          <a:endParaRPr kumimoji="1" lang="ja-JP" altLang="en-US"/>
        </a:p>
      </dgm:t>
    </dgm:pt>
    <dgm:pt modelId="{131A7AA6-282B-4059-8DF8-26BACC59E623}">
      <dgm:prSet phldrT="[テキスト]"/>
      <dgm:spPr/>
      <dgm:t>
        <a:bodyPr/>
        <a:lstStyle/>
        <a:p>
          <a:pPr>
            <a:buNone/>
          </a:pPr>
          <a:r>
            <a:rPr lang="ja-JP" altLang="en-US" b="0" i="0"/>
            <a:t>テスト観点の一覧を示した成果物</a:t>
          </a:r>
          <a:endParaRPr lang="en-US" altLang="ja-JP" b="0" i="0"/>
        </a:p>
        <a:p>
          <a:pPr>
            <a:buNone/>
          </a:pPr>
          <a:r>
            <a:rPr lang="ja-JP" altLang="en-US" b="0" i="0"/>
            <a:t>テスト設計仕様、テスト観点の一覧表、マインドマップ、</a:t>
          </a:r>
          <a:r>
            <a:rPr lang="en-US" altLang="ja-JP" b="0" i="0"/>
            <a:t>NGT</a:t>
          </a:r>
          <a:r>
            <a:rPr lang="ja-JP" altLang="en-US" b="0" i="0"/>
            <a:t>など</a:t>
          </a:r>
          <a:br>
            <a:rPr lang="ja-JP" altLang="en-US"/>
          </a:br>
          <a:r>
            <a:rPr lang="ja-JP" altLang="en-US" b="0" i="0"/>
            <a:t>また、それをどのように導いたのかの説明</a:t>
          </a:r>
          <a:endParaRPr kumimoji="1" lang="ja-JP" altLang="en-US"/>
        </a:p>
      </dgm:t>
    </dgm:pt>
    <dgm:pt modelId="{787BB261-4B1F-492A-8772-8035F66822EF}" type="parTrans" cxnId="{A8D35B93-CE6B-4E22-B003-850A3A991D7B}">
      <dgm:prSet/>
      <dgm:spPr/>
      <dgm:t>
        <a:bodyPr/>
        <a:lstStyle/>
        <a:p>
          <a:endParaRPr kumimoji="1" lang="ja-JP" altLang="en-US"/>
        </a:p>
      </dgm:t>
    </dgm:pt>
    <dgm:pt modelId="{57BD0EE7-FCCC-473F-92D3-1CF4927B7C41}" type="sibTrans" cxnId="{A8D35B93-CE6B-4E22-B003-850A3A991D7B}">
      <dgm:prSet/>
      <dgm:spPr/>
      <dgm:t>
        <a:bodyPr/>
        <a:lstStyle/>
        <a:p>
          <a:endParaRPr kumimoji="1" lang="ja-JP" altLang="en-US"/>
        </a:p>
      </dgm:t>
    </dgm:pt>
    <dgm:pt modelId="{5AFA0383-EAC0-4A70-B7D8-46D982F2A9CA}">
      <dgm:prSet phldrT="[テキスト]"/>
      <dgm:spPr/>
      <dgm:t>
        <a:bodyPr/>
        <a:lstStyle/>
        <a:p>
          <a:pPr>
            <a:buNone/>
          </a:pPr>
          <a:r>
            <a:rPr lang="ja-JP" altLang="en-US" b="0" i="0"/>
            <a:t>テストアーキテクチャ設計の成果物</a:t>
          </a:r>
          <a:endParaRPr kumimoji="1" lang="ja-JP" altLang="en-US"/>
        </a:p>
      </dgm:t>
    </dgm:pt>
    <dgm:pt modelId="{B99A21AC-5C82-4105-A3F2-DD14F3FC2256}" type="parTrans" cxnId="{512C8C4E-DA15-465C-939A-0E8D63D94547}">
      <dgm:prSet/>
      <dgm:spPr/>
      <dgm:t>
        <a:bodyPr/>
        <a:lstStyle/>
        <a:p>
          <a:endParaRPr kumimoji="1" lang="ja-JP" altLang="en-US"/>
        </a:p>
      </dgm:t>
    </dgm:pt>
    <dgm:pt modelId="{CEC65F80-3A75-4DD0-9963-3D53C784CFD3}" type="sibTrans" cxnId="{512C8C4E-DA15-465C-939A-0E8D63D94547}">
      <dgm:prSet/>
      <dgm:spPr/>
      <dgm:t>
        <a:bodyPr/>
        <a:lstStyle/>
        <a:p>
          <a:endParaRPr kumimoji="1" lang="ja-JP" altLang="en-US"/>
        </a:p>
      </dgm:t>
    </dgm:pt>
    <dgm:pt modelId="{5A89207F-0963-4EE8-B021-B54AD5DB38A7}">
      <dgm:prSet phldrT="[テキスト]"/>
      <dgm:spPr/>
      <dgm:t>
        <a:bodyPr/>
        <a:lstStyle/>
        <a:p>
          <a:pPr>
            <a:buNone/>
          </a:pPr>
          <a:r>
            <a:rPr lang="ja-JP" altLang="en-US" b="0" i="0"/>
            <a:t>テストの全体像をわかりやすく整理した成果物</a:t>
          </a:r>
          <a:endParaRPr lang="en-US" altLang="ja-JP" b="0" i="0"/>
        </a:p>
        <a:p>
          <a:pPr>
            <a:buNone/>
          </a:pPr>
          <a:r>
            <a:rPr lang="ja-JP" altLang="en-US" b="0" i="0"/>
            <a:t>テスト観点の全体像をなにがしかの関心事に沿ってモデル化したもの テストコンテナの関連性を示した図、</a:t>
          </a:r>
          <a:r>
            <a:rPr lang="en-US" altLang="ja-JP" b="0" i="0"/>
            <a:t>FV</a:t>
          </a:r>
          <a:r>
            <a:rPr lang="ja-JP" altLang="en-US" b="0" i="0"/>
            <a:t>表、ゆもつよメソッドなど</a:t>
          </a:r>
          <a:br>
            <a:rPr lang="ja-JP" altLang="en-US" b="0" i="0"/>
          </a:br>
          <a:r>
            <a:rPr lang="ja-JP" altLang="en-US" b="0" i="0"/>
            <a:t>また、それをどのように導いたのかの説明</a:t>
          </a:r>
          <a:endParaRPr kumimoji="1" lang="ja-JP" altLang="en-US"/>
        </a:p>
      </dgm:t>
    </dgm:pt>
    <dgm:pt modelId="{24A7825D-DFCA-4AD6-BE58-68BBBD3345C3}" type="parTrans" cxnId="{2BC32AC8-EC76-407C-A1C7-A98871621777}">
      <dgm:prSet/>
      <dgm:spPr/>
      <dgm:t>
        <a:bodyPr/>
        <a:lstStyle/>
        <a:p>
          <a:endParaRPr kumimoji="1" lang="ja-JP" altLang="en-US"/>
        </a:p>
      </dgm:t>
    </dgm:pt>
    <dgm:pt modelId="{7EDCE113-231D-4B2A-8C2C-9F8DCBF7AE0A}" type="sibTrans" cxnId="{2BC32AC8-EC76-407C-A1C7-A98871621777}">
      <dgm:prSet/>
      <dgm:spPr/>
      <dgm:t>
        <a:bodyPr/>
        <a:lstStyle/>
        <a:p>
          <a:endParaRPr kumimoji="1" lang="ja-JP" altLang="en-US"/>
        </a:p>
      </dgm:t>
    </dgm:pt>
    <dgm:pt modelId="{2909C68D-20C0-4BB7-A166-C3A592DB04D6}">
      <dgm:prSet phldrT="[テキスト]"/>
      <dgm:spPr/>
      <dgm:t>
        <a:bodyPr/>
        <a:lstStyle/>
        <a:p>
          <a:pPr>
            <a:buNone/>
          </a:pPr>
          <a:r>
            <a:rPr lang="ja-JP" altLang="en-US" b="0" i="0"/>
            <a:t>テスト詳細設計の成果物</a:t>
          </a:r>
          <a:endParaRPr kumimoji="1" lang="ja-JP" altLang="en-US"/>
        </a:p>
      </dgm:t>
    </dgm:pt>
    <dgm:pt modelId="{B1AA52E3-863E-4407-A546-6F3C8F7555A3}" type="parTrans" cxnId="{96ADAE7F-73E6-4510-A1B1-A3D1BA66404A}">
      <dgm:prSet/>
      <dgm:spPr/>
      <dgm:t>
        <a:bodyPr/>
        <a:lstStyle/>
        <a:p>
          <a:endParaRPr kumimoji="1" lang="ja-JP" altLang="en-US"/>
        </a:p>
      </dgm:t>
    </dgm:pt>
    <dgm:pt modelId="{11FDD03E-A8A6-47B8-9A19-0D7C6EC4B675}" type="sibTrans" cxnId="{96ADAE7F-73E6-4510-A1B1-A3D1BA66404A}">
      <dgm:prSet/>
      <dgm:spPr/>
      <dgm:t>
        <a:bodyPr/>
        <a:lstStyle/>
        <a:p>
          <a:endParaRPr kumimoji="1" lang="ja-JP" altLang="en-US"/>
        </a:p>
      </dgm:t>
    </dgm:pt>
    <dgm:pt modelId="{029C44D1-6FE4-4271-904E-90393DC242FC}">
      <dgm:prSet phldrT="[テキスト]"/>
      <dgm:spPr/>
      <dgm:t>
        <a:bodyPr/>
        <a:lstStyle/>
        <a:p>
          <a:pPr>
            <a:buNone/>
          </a:pPr>
          <a:r>
            <a:rPr lang="ja-JP" altLang="en-US" b="0" i="0"/>
            <a:t>実際にテストを行うテストケースを記載した成果物</a:t>
          </a:r>
          <a:endParaRPr lang="en-US" altLang="ja-JP" b="0" i="0"/>
        </a:p>
        <a:p>
          <a:pPr>
            <a:buNone/>
          </a:pPr>
          <a:r>
            <a:rPr lang="ja-JP" altLang="en-US" b="0" i="0"/>
            <a:t>テスト設計技法などによって作成されたテストケース群</a:t>
          </a:r>
          <a:br>
            <a:rPr lang="en-US" altLang="ja-JP" b="0" i="0"/>
          </a:br>
          <a:r>
            <a:rPr lang="ja-JP" altLang="en-US" b="0" i="0"/>
            <a:t>また、テストケースのカバレッジについての説明</a:t>
          </a:r>
          <a:endParaRPr kumimoji="1" lang="ja-JP" altLang="en-US"/>
        </a:p>
      </dgm:t>
    </dgm:pt>
    <dgm:pt modelId="{24A39C05-0EF2-4CC8-894C-AD706BE5EAB4}" type="parTrans" cxnId="{F1162292-7771-4727-A8CD-B303F0E3210A}">
      <dgm:prSet/>
      <dgm:spPr/>
      <dgm:t>
        <a:bodyPr/>
        <a:lstStyle/>
        <a:p>
          <a:endParaRPr kumimoji="1" lang="ja-JP" altLang="en-US"/>
        </a:p>
      </dgm:t>
    </dgm:pt>
    <dgm:pt modelId="{954615CF-765D-43A9-B0D8-3C6EE271039A}" type="sibTrans" cxnId="{F1162292-7771-4727-A8CD-B303F0E3210A}">
      <dgm:prSet/>
      <dgm:spPr/>
      <dgm:t>
        <a:bodyPr/>
        <a:lstStyle/>
        <a:p>
          <a:endParaRPr kumimoji="1" lang="ja-JP" altLang="en-US"/>
        </a:p>
      </dgm:t>
    </dgm:pt>
    <dgm:pt modelId="{03872D22-DD30-481C-A2F6-2606DA900241}">
      <dgm:prSet phldrT="[テキスト]"/>
      <dgm:spPr/>
      <dgm:t>
        <a:bodyPr/>
        <a:lstStyle/>
        <a:p>
          <a:pPr>
            <a:buNone/>
          </a:pPr>
          <a:r>
            <a:rPr lang="ja-JP" altLang="en-US" b="0" i="0"/>
            <a:t>テスト実装の成果物</a:t>
          </a:r>
          <a:endParaRPr kumimoji="1" lang="ja-JP" altLang="en-US"/>
        </a:p>
      </dgm:t>
    </dgm:pt>
    <dgm:pt modelId="{B31CDB66-F659-414C-A7D3-34AEAA838DEC}" type="parTrans" cxnId="{6A1B4110-D1AA-4711-A615-B4DEB98C7D23}">
      <dgm:prSet/>
      <dgm:spPr/>
      <dgm:t>
        <a:bodyPr/>
        <a:lstStyle/>
        <a:p>
          <a:endParaRPr kumimoji="1" lang="ja-JP" altLang="en-US"/>
        </a:p>
      </dgm:t>
    </dgm:pt>
    <dgm:pt modelId="{8B489934-C07D-4BD9-9326-3EB4ACBF79EB}" type="sibTrans" cxnId="{6A1B4110-D1AA-4711-A615-B4DEB98C7D23}">
      <dgm:prSet/>
      <dgm:spPr/>
      <dgm:t>
        <a:bodyPr/>
        <a:lstStyle/>
        <a:p>
          <a:endParaRPr kumimoji="1" lang="ja-JP" altLang="en-US"/>
        </a:p>
      </dgm:t>
    </dgm:pt>
    <dgm:pt modelId="{73462CB1-FB85-40E8-8ADA-DBC65BC58472}">
      <dgm:prSet phldrT="[テキスト]"/>
      <dgm:spPr/>
      <dgm:t>
        <a:bodyPr/>
        <a:lstStyle/>
        <a:p>
          <a:pPr>
            <a:buNone/>
          </a:pPr>
          <a:r>
            <a:rPr lang="ja-JP" altLang="en-US" b="0" i="0"/>
            <a:t>テストケースを実行可能な状態に実装した成果物</a:t>
          </a:r>
          <a:endParaRPr lang="en-US" altLang="ja-JP" b="0" i="0"/>
        </a:p>
        <a:p>
          <a:pPr>
            <a:buNone/>
          </a:pPr>
          <a:r>
            <a:rPr lang="ja-JP" altLang="en-US" b="0" i="0"/>
            <a:t>テストケースを実行可能に落とし込んだ</a:t>
          </a:r>
          <a:r>
            <a:rPr lang="en-US" altLang="ja-JP" b="0" i="0"/>
            <a:t>(</a:t>
          </a:r>
          <a:r>
            <a:rPr lang="ja-JP" altLang="en-US" b="0" i="0"/>
            <a:t>手動</a:t>
          </a:r>
          <a:r>
            <a:rPr lang="en-US" altLang="ja-JP" b="0" i="0"/>
            <a:t>/</a:t>
          </a:r>
          <a:r>
            <a:rPr lang="ja-JP" altLang="en-US" b="0" i="0"/>
            <a:t>自動</a:t>
          </a:r>
          <a:r>
            <a:rPr lang="en-US" altLang="ja-JP" b="0" i="0"/>
            <a:t>)</a:t>
          </a:r>
          <a:r>
            <a:rPr lang="ja-JP" altLang="en-US" b="0" i="0"/>
            <a:t>スクリプト</a:t>
          </a:r>
          <a:br>
            <a:rPr lang="en-US" altLang="ja-JP" b="0" i="0"/>
          </a:br>
          <a:r>
            <a:rPr lang="ja-JP" altLang="en-US" b="0" i="0"/>
            <a:t>また、テスト手順の想定実行時間についての説明</a:t>
          </a:r>
          <a:endParaRPr kumimoji="1" lang="ja-JP" altLang="en-US"/>
        </a:p>
      </dgm:t>
    </dgm:pt>
    <dgm:pt modelId="{83BC56A5-03DA-4450-B17F-CDEBBF137EBA}" type="parTrans" cxnId="{788224D1-73F8-473A-8E06-E602015C56B5}">
      <dgm:prSet/>
      <dgm:spPr/>
      <dgm:t>
        <a:bodyPr/>
        <a:lstStyle/>
        <a:p>
          <a:endParaRPr kumimoji="1" lang="ja-JP" altLang="en-US"/>
        </a:p>
      </dgm:t>
    </dgm:pt>
    <dgm:pt modelId="{CB6BE3A9-0AE2-47E9-A2B7-1A31982FA29C}" type="sibTrans" cxnId="{788224D1-73F8-473A-8E06-E602015C56B5}">
      <dgm:prSet/>
      <dgm:spPr/>
      <dgm:t>
        <a:bodyPr/>
        <a:lstStyle/>
        <a:p>
          <a:endParaRPr kumimoji="1" lang="ja-JP" altLang="en-US"/>
        </a:p>
      </dgm:t>
    </dgm:pt>
    <dgm:pt modelId="{1D29A0DA-D5E5-4EB6-BDB6-A142ABDF94CF}">
      <dgm:prSet/>
      <dgm:spPr/>
      <dgm:t>
        <a:bodyPr/>
        <a:lstStyle/>
        <a:p>
          <a:pPr>
            <a:buNone/>
          </a:pPr>
          <a:r>
            <a:rPr lang="ja-JP" altLang="en-US" b="0" i="0"/>
            <a:t>アピールシート</a:t>
          </a:r>
        </a:p>
      </dgm:t>
    </dgm:pt>
    <dgm:pt modelId="{A7C1C0AB-F030-4285-8E0B-7F58E00D7D29}" type="parTrans" cxnId="{C16C7CF0-B3C4-492E-96FC-2919D33FD561}">
      <dgm:prSet/>
      <dgm:spPr/>
      <dgm:t>
        <a:bodyPr/>
        <a:lstStyle/>
        <a:p>
          <a:endParaRPr kumimoji="1" lang="ja-JP" altLang="en-US"/>
        </a:p>
      </dgm:t>
    </dgm:pt>
    <dgm:pt modelId="{D75482B9-A7E9-41F8-BDED-1FC166C8FD11}" type="sibTrans" cxnId="{C16C7CF0-B3C4-492E-96FC-2919D33FD561}">
      <dgm:prSet/>
      <dgm:spPr/>
      <dgm:t>
        <a:bodyPr/>
        <a:lstStyle/>
        <a:p>
          <a:endParaRPr kumimoji="1" lang="ja-JP" altLang="en-US"/>
        </a:p>
      </dgm:t>
    </dgm:pt>
    <dgm:pt modelId="{8B7C8200-EF51-47AF-84AF-08D4EBD59AD7}">
      <dgm:prSet/>
      <dgm:spPr/>
      <dgm:t>
        <a:bodyPr/>
        <a:lstStyle/>
        <a:p>
          <a:pPr>
            <a:buNone/>
          </a:pPr>
          <a:r>
            <a:rPr lang="ja-JP" altLang="en-US" b="0" i="0"/>
            <a:t>指定フォーマットで提出</a:t>
          </a:r>
        </a:p>
      </dgm:t>
    </dgm:pt>
    <dgm:pt modelId="{43D3E498-D2D2-475B-95B1-7CDAA1BB4038}" type="parTrans" cxnId="{841D0D0B-7553-44AA-8981-9B26C69EB733}">
      <dgm:prSet/>
      <dgm:spPr/>
      <dgm:t>
        <a:bodyPr/>
        <a:lstStyle/>
        <a:p>
          <a:endParaRPr kumimoji="1" lang="ja-JP" altLang="en-US"/>
        </a:p>
      </dgm:t>
    </dgm:pt>
    <dgm:pt modelId="{EB35B0F4-3417-45D7-A83E-8DE9146E857E}" type="sibTrans" cxnId="{841D0D0B-7553-44AA-8981-9B26C69EB733}">
      <dgm:prSet/>
      <dgm:spPr/>
      <dgm:t>
        <a:bodyPr/>
        <a:lstStyle/>
        <a:p>
          <a:endParaRPr kumimoji="1" lang="ja-JP" altLang="en-US"/>
        </a:p>
      </dgm:t>
    </dgm:pt>
    <dgm:pt modelId="{44D1F63C-E5DB-449C-9E31-4A6622A57128}" type="pres">
      <dgm:prSet presAssocID="{63F610D8-AA99-439F-B675-A17FA6E97438}" presName="Name0" presStyleCnt="0">
        <dgm:presLayoutVars>
          <dgm:dir/>
          <dgm:animLvl val="lvl"/>
          <dgm:resizeHandles val="exact"/>
        </dgm:presLayoutVars>
      </dgm:prSet>
      <dgm:spPr/>
    </dgm:pt>
    <dgm:pt modelId="{659082EE-C34F-4C26-B543-19D18B4A6157}" type="pres">
      <dgm:prSet presAssocID="{EC41151B-7F1B-438E-9AC5-85D40076A51F}" presName="linNode" presStyleCnt="0"/>
      <dgm:spPr/>
    </dgm:pt>
    <dgm:pt modelId="{98303131-5780-454B-97B3-B2AF05637837}" type="pres">
      <dgm:prSet presAssocID="{EC41151B-7F1B-438E-9AC5-85D40076A51F}" presName="bgOutline" presStyleLbl="fgAcc1" presStyleIdx="0" presStyleCnt="6"/>
      <dgm:spPr/>
    </dgm:pt>
    <dgm:pt modelId="{28E64D60-0F3A-4453-AE99-5CA32F433959}" type="pres">
      <dgm:prSet presAssocID="{EC41151B-7F1B-438E-9AC5-85D40076A51F}" presName="parentText" presStyleLbl="alignNode1" presStyleIdx="0" presStyleCnt="6">
        <dgm:presLayoutVars>
          <dgm:chMax val="1"/>
          <dgm:bulletEnabled/>
        </dgm:presLayoutVars>
      </dgm:prSet>
      <dgm:spPr/>
    </dgm:pt>
    <dgm:pt modelId="{5912ED40-CC0E-4564-AC26-F20CA5073D24}" type="pres">
      <dgm:prSet presAssocID="{EC41151B-7F1B-438E-9AC5-85D40076A51F}" presName="descendantText" presStyleLbl="revTx" presStyleIdx="0" presStyleCnt="0">
        <dgm:presLayoutVars>
          <dgm:bulletEnabled/>
        </dgm:presLayoutVars>
      </dgm:prSet>
      <dgm:spPr/>
    </dgm:pt>
    <dgm:pt modelId="{BC797113-FD64-4A55-AFD5-9983F1808AD9}" type="pres">
      <dgm:prSet presAssocID="{CA05AD85-D504-49E3-B332-2DD366F217DB}" presName="sp" presStyleCnt="0"/>
      <dgm:spPr/>
    </dgm:pt>
    <dgm:pt modelId="{046B137C-7928-4CEE-9B6F-9A8BF223CA71}" type="pres">
      <dgm:prSet presAssocID="{1A5BC3A2-BCA6-421D-9E5D-04894AC7E664}" presName="linNode" presStyleCnt="0"/>
      <dgm:spPr/>
    </dgm:pt>
    <dgm:pt modelId="{B30E0E68-4A75-48B1-B6F0-DC346A5E28C0}" type="pres">
      <dgm:prSet presAssocID="{1A5BC3A2-BCA6-421D-9E5D-04894AC7E664}" presName="bgOutline" presStyleLbl="fgAcc1" presStyleIdx="1" presStyleCnt="6"/>
      <dgm:spPr/>
    </dgm:pt>
    <dgm:pt modelId="{CFF70C7F-F494-4D67-B3A7-9DBF8EDE341C}" type="pres">
      <dgm:prSet presAssocID="{1A5BC3A2-BCA6-421D-9E5D-04894AC7E664}" presName="parentText" presStyleLbl="alignNode1" presStyleIdx="1" presStyleCnt="6">
        <dgm:presLayoutVars>
          <dgm:chMax val="1"/>
          <dgm:bulletEnabled/>
        </dgm:presLayoutVars>
      </dgm:prSet>
      <dgm:spPr/>
    </dgm:pt>
    <dgm:pt modelId="{E53D683D-DD02-4FB4-9D7E-822512950488}" type="pres">
      <dgm:prSet presAssocID="{1A5BC3A2-BCA6-421D-9E5D-04894AC7E664}" presName="descendantText" presStyleLbl="revTx" presStyleIdx="0" presStyleCnt="0">
        <dgm:presLayoutVars>
          <dgm:bulletEnabled/>
        </dgm:presLayoutVars>
      </dgm:prSet>
      <dgm:spPr/>
    </dgm:pt>
    <dgm:pt modelId="{17C38E73-74A4-45B6-A86B-8A513D98B322}" type="pres">
      <dgm:prSet presAssocID="{26BFFB15-E8CA-47C2-AFC9-716DD37BC962}" presName="sp" presStyleCnt="0"/>
      <dgm:spPr/>
    </dgm:pt>
    <dgm:pt modelId="{0B9B6ACB-8783-45DB-9859-1A1A8A1BEB84}" type="pres">
      <dgm:prSet presAssocID="{5AFA0383-EAC0-4A70-B7D8-46D982F2A9CA}" presName="linNode" presStyleCnt="0"/>
      <dgm:spPr/>
    </dgm:pt>
    <dgm:pt modelId="{E044A8C0-407A-4197-9CFA-5C7B0D2D8890}" type="pres">
      <dgm:prSet presAssocID="{5AFA0383-EAC0-4A70-B7D8-46D982F2A9CA}" presName="bgOutline" presStyleLbl="fgAcc1" presStyleIdx="2" presStyleCnt="6"/>
      <dgm:spPr/>
    </dgm:pt>
    <dgm:pt modelId="{EF312D53-0E1C-4AD3-BF8D-865ECD624658}" type="pres">
      <dgm:prSet presAssocID="{5AFA0383-EAC0-4A70-B7D8-46D982F2A9CA}" presName="parentText" presStyleLbl="alignNode1" presStyleIdx="2" presStyleCnt="6">
        <dgm:presLayoutVars>
          <dgm:chMax val="1"/>
          <dgm:bulletEnabled/>
        </dgm:presLayoutVars>
      </dgm:prSet>
      <dgm:spPr/>
    </dgm:pt>
    <dgm:pt modelId="{C41DC332-17EA-4F5B-ACD2-BFDAA7F519A6}" type="pres">
      <dgm:prSet presAssocID="{5AFA0383-EAC0-4A70-B7D8-46D982F2A9CA}" presName="descendantText" presStyleLbl="revTx" presStyleIdx="0" presStyleCnt="0">
        <dgm:presLayoutVars>
          <dgm:bulletEnabled/>
        </dgm:presLayoutVars>
      </dgm:prSet>
      <dgm:spPr/>
    </dgm:pt>
    <dgm:pt modelId="{89C673A6-B939-44C9-B529-96AEDE22E168}" type="pres">
      <dgm:prSet presAssocID="{CEC65F80-3A75-4DD0-9963-3D53C784CFD3}" presName="sp" presStyleCnt="0"/>
      <dgm:spPr/>
    </dgm:pt>
    <dgm:pt modelId="{5B2C44CF-A989-48A5-AC5F-6BA9CFEA68CF}" type="pres">
      <dgm:prSet presAssocID="{2909C68D-20C0-4BB7-A166-C3A592DB04D6}" presName="linNode" presStyleCnt="0"/>
      <dgm:spPr/>
    </dgm:pt>
    <dgm:pt modelId="{15D0BB53-849B-4A81-8E87-C86B62C88C90}" type="pres">
      <dgm:prSet presAssocID="{2909C68D-20C0-4BB7-A166-C3A592DB04D6}" presName="bgOutline" presStyleLbl="fgAcc1" presStyleIdx="3" presStyleCnt="6"/>
      <dgm:spPr/>
    </dgm:pt>
    <dgm:pt modelId="{04B1963B-BB72-4F4E-AA58-321A0EB3B0DE}" type="pres">
      <dgm:prSet presAssocID="{2909C68D-20C0-4BB7-A166-C3A592DB04D6}" presName="parentText" presStyleLbl="alignNode1" presStyleIdx="3" presStyleCnt="6">
        <dgm:presLayoutVars>
          <dgm:chMax val="1"/>
          <dgm:bulletEnabled/>
        </dgm:presLayoutVars>
      </dgm:prSet>
      <dgm:spPr/>
    </dgm:pt>
    <dgm:pt modelId="{7FB4E023-BA05-4101-83E9-9B6813D27014}" type="pres">
      <dgm:prSet presAssocID="{2909C68D-20C0-4BB7-A166-C3A592DB04D6}" presName="descendantText" presStyleLbl="revTx" presStyleIdx="0" presStyleCnt="0">
        <dgm:presLayoutVars>
          <dgm:bulletEnabled/>
        </dgm:presLayoutVars>
      </dgm:prSet>
      <dgm:spPr/>
    </dgm:pt>
    <dgm:pt modelId="{94F8CA7B-F11B-4744-9058-912FBEC1A56F}" type="pres">
      <dgm:prSet presAssocID="{11FDD03E-A8A6-47B8-9A19-0D7C6EC4B675}" presName="sp" presStyleCnt="0"/>
      <dgm:spPr/>
    </dgm:pt>
    <dgm:pt modelId="{42A999D9-AE03-46CF-8C97-3E840A571F71}" type="pres">
      <dgm:prSet presAssocID="{03872D22-DD30-481C-A2F6-2606DA900241}" presName="linNode" presStyleCnt="0"/>
      <dgm:spPr/>
    </dgm:pt>
    <dgm:pt modelId="{76B503E2-32FC-4A06-A177-9A2D934D7D5A}" type="pres">
      <dgm:prSet presAssocID="{03872D22-DD30-481C-A2F6-2606DA900241}" presName="bgOutline" presStyleLbl="fgAcc1" presStyleIdx="4" presStyleCnt="6"/>
      <dgm:spPr/>
    </dgm:pt>
    <dgm:pt modelId="{F7F8FE71-6364-44C6-81D6-E814DA508256}" type="pres">
      <dgm:prSet presAssocID="{03872D22-DD30-481C-A2F6-2606DA900241}" presName="parentText" presStyleLbl="alignNode1" presStyleIdx="4" presStyleCnt="6">
        <dgm:presLayoutVars>
          <dgm:chMax val="1"/>
          <dgm:bulletEnabled/>
        </dgm:presLayoutVars>
      </dgm:prSet>
      <dgm:spPr/>
    </dgm:pt>
    <dgm:pt modelId="{E8C5CED4-94B9-4D4E-9D6E-C818D5ED914B}" type="pres">
      <dgm:prSet presAssocID="{03872D22-DD30-481C-A2F6-2606DA900241}" presName="descendantText" presStyleLbl="revTx" presStyleIdx="0" presStyleCnt="0">
        <dgm:presLayoutVars>
          <dgm:bulletEnabled/>
        </dgm:presLayoutVars>
      </dgm:prSet>
      <dgm:spPr/>
    </dgm:pt>
    <dgm:pt modelId="{9BDEC3C1-20B8-4711-BDC3-C9AEAB090E78}" type="pres">
      <dgm:prSet presAssocID="{8B489934-C07D-4BD9-9326-3EB4ACBF79EB}" presName="sp" presStyleCnt="0"/>
      <dgm:spPr/>
    </dgm:pt>
    <dgm:pt modelId="{B8D441DF-1502-4ED5-9FFA-F41B081C2DAD}" type="pres">
      <dgm:prSet presAssocID="{1D29A0DA-D5E5-4EB6-BDB6-A142ABDF94CF}" presName="linNode" presStyleCnt="0"/>
      <dgm:spPr/>
    </dgm:pt>
    <dgm:pt modelId="{9D9F47A3-FB7E-42A8-A4F3-D32DA4AE2D19}" type="pres">
      <dgm:prSet presAssocID="{1D29A0DA-D5E5-4EB6-BDB6-A142ABDF94CF}" presName="bgOutline" presStyleLbl="fgAcc1" presStyleIdx="5" presStyleCnt="6"/>
      <dgm:spPr/>
    </dgm:pt>
    <dgm:pt modelId="{A56685B8-D2AD-4381-8B0F-9EA1FC505C11}" type="pres">
      <dgm:prSet presAssocID="{1D29A0DA-D5E5-4EB6-BDB6-A142ABDF94CF}" presName="parentText" presStyleLbl="alignNode1" presStyleIdx="5" presStyleCnt="6">
        <dgm:presLayoutVars>
          <dgm:chMax val="1"/>
          <dgm:bulletEnabled/>
        </dgm:presLayoutVars>
      </dgm:prSet>
      <dgm:spPr/>
    </dgm:pt>
    <dgm:pt modelId="{098939CD-7697-46C5-8C56-2266BDA49C9F}" type="pres">
      <dgm:prSet presAssocID="{1D29A0DA-D5E5-4EB6-BDB6-A142ABDF94CF}" presName="descendantText" presStyleLbl="revTx" presStyleIdx="0" presStyleCnt="0">
        <dgm:presLayoutVars>
          <dgm:bulletEnabled/>
        </dgm:presLayoutVars>
      </dgm:prSet>
      <dgm:spPr/>
    </dgm:pt>
  </dgm:ptLst>
  <dgm:cxnLst>
    <dgm:cxn modelId="{025DAD00-BEE2-4BF4-B2AF-7F29434D35B1}" type="presOf" srcId="{1A5BC3A2-BCA6-421D-9E5D-04894AC7E664}" destId="{CFF70C7F-F494-4D67-B3A7-9DBF8EDE341C}" srcOrd="1" destOrd="0" presId="urn:microsoft.com/office/officeart/2024/layout/VerticalActionList"/>
    <dgm:cxn modelId="{C57DCB08-E9CC-4294-916A-509558F7A1F6}" type="presOf" srcId="{EC41151B-7F1B-438E-9AC5-85D40076A51F}" destId="{28E64D60-0F3A-4453-AE99-5CA32F433959}" srcOrd="1" destOrd="0" presId="urn:microsoft.com/office/officeart/2024/layout/VerticalActionList"/>
    <dgm:cxn modelId="{841D0D0B-7553-44AA-8981-9B26C69EB733}" srcId="{1D29A0DA-D5E5-4EB6-BDB6-A142ABDF94CF}" destId="{8B7C8200-EF51-47AF-84AF-08D4EBD59AD7}" srcOrd="0" destOrd="0" parTransId="{43D3E498-D2D2-475B-95B1-7CDAA1BB4038}" sibTransId="{EB35B0F4-3417-45D7-A83E-8DE9146E857E}"/>
    <dgm:cxn modelId="{6A1B4110-D1AA-4711-A615-B4DEB98C7D23}" srcId="{63F610D8-AA99-439F-B675-A17FA6E97438}" destId="{03872D22-DD30-481C-A2F6-2606DA900241}" srcOrd="4" destOrd="0" parTransId="{B31CDB66-F659-414C-A7D3-34AEAA838DEC}" sibTransId="{8B489934-C07D-4BD9-9326-3EB4ACBF79EB}"/>
    <dgm:cxn modelId="{52A02A14-2C56-471D-8CE3-27644A682522}" type="presOf" srcId="{03872D22-DD30-481C-A2F6-2606DA900241}" destId="{F7F8FE71-6364-44C6-81D6-E814DA508256}" srcOrd="1" destOrd="0" presId="urn:microsoft.com/office/officeart/2024/layout/VerticalActionList"/>
    <dgm:cxn modelId="{E673021B-63D0-4BC7-A932-E8867C7CA438}" type="presOf" srcId="{2909C68D-20C0-4BB7-A166-C3A592DB04D6}" destId="{15D0BB53-849B-4A81-8E87-C86B62C88C90}" srcOrd="0" destOrd="0" presId="urn:microsoft.com/office/officeart/2024/layout/VerticalActionList"/>
    <dgm:cxn modelId="{F4752A62-505C-4A99-9FD8-041BC9722DD3}" type="presOf" srcId="{2909C68D-20C0-4BB7-A166-C3A592DB04D6}" destId="{04B1963B-BB72-4F4E-AA58-321A0EB3B0DE}" srcOrd="1" destOrd="0" presId="urn:microsoft.com/office/officeart/2024/layout/VerticalActionList"/>
    <dgm:cxn modelId="{311E4863-DEF9-4E87-A8E2-B3B423D1964C}" srcId="{63F610D8-AA99-439F-B675-A17FA6E97438}" destId="{EC41151B-7F1B-438E-9AC5-85D40076A51F}" srcOrd="0" destOrd="0" parTransId="{0D22E95B-4C65-4E02-8679-15EDF94C2EE6}" sibTransId="{CA05AD85-D504-49E3-B332-2DD366F217DB}"/>
    <dgm:cxn modelId="{61D5CA64-3123-4CA7-ABFF-E1EA0760832E}" type="presOf" srcId="{1B77B123-D78A-4F83-90E2-748002927E40}" destId="{5912ED40-CC0E-4564-AC26-F20CA5073D24}" srcOrd="0" destOrd="0" presId="urn:microsoft.com/office/officeart/2024/layout/VerticalActionList"/>
    <dgm:cxn modelId="{512C8C4E-DA15-465C-939A-0E8D63D94547}" srcId="{63F610D8-AA99-439F-B675-A17FA6E97438}" destId="{5AFA0383-EAC0-4A70-B7D8-46D982F2A9CA}" srcOrd="2" destOrd="0" parTransId="{B99A21AC-5C82-4105-A3F2-DD14F3FC2256}" sibTransId="{CEC65F80-3A75-4DD0-9963-3D53C784CFD3}"/>
    <dgm:cxn modelId="{38261370-3871-43C5-B684-E00563938702}" type="presOf" srcId="{8B7C8200-EF51-47AF-84AF-08D4EBD59AD7}" destId="{098939CD-7697-46C5-8C56-2266BDA49C9F}" srcOrd="0" destOrd="0" presId="urn:microsoft.com/office/officeart/2024/layout/VerticalActionList"/>
    <dgm:cxn modelId="{F6A1677A-B30D-48C9-9505-4EB5FD5F4528}" type="presOf" srcId="{131A7AA6-282B-4059-8DF8-26BACC59E623}" destId="{E53D683D-DD02-4FB4-9D7E-822512950488}" srcOrd="0" destOrd="0" presId="urn:microsoft.com/office/officeart/2024/layout/VerticalActionList"/>
    <dgm:cxn modelId="{96ADAE7F-73E6-4510-A1B1-A3D1BA66404A}" srcId="{63F610D8-AA99-439F-B675-A17FA6E97438}" destId="{2909C68D-20C0-4BB7-A166-C3A592DB04D6}" srcOrd="3" destOrd="0" parTransId="{B1AA52E3-863E-4407-A546-6F3C8F7555A3}" sibTransId="{11FDD03E-A8A6-47B8-9A19-0D7C6EC4B675}"/>
    <dgm:cxn modelId="{972F7383-5C7B-40A8-92E7-9DD27FBC1327}" type="presOf" srcId="{1D29A0DA-D5E5-4EB6-BDB6-A142ABDF94CF}" destId="{A56685B8-D2AD-4381-8B0F-9EA1FC505C11}" srcOrd="1" destOrd="0" presId="urn:microsoft.com/office/officeart/2024/layout/VerticalActionList"/>
    <dgm:cxn modelId="{F1162292-7771-4727-A8CD-B303F0E3210A}" srcId="{2909C68D-20C0-4BB7-A166-C3A592DB04D6}" destId="{029C44D1-6FE4-4271-904E-90393DC242FC}" srcOrd="0" destOrd="0" parTransId="{24A39C05-0EF2-4CC8-894C-AD706BE5EAB4}" sibTransId="{954615CF-765D-43A9-B0D8-3C6EE271039A}"/>
    <dgm:cxn modelId="{A8D35B93-CE6B-4E22-B003-850A3A991D7B}" srcId="{1A5BC3A2-BCA6-421D-9E5D-04894AC7E664}" destId="{131A7AA6-282B-4059-8DF8-26BACC59E623}" srcOrd="0" destOrd="0" parTransId="{787BB261-4B1F-492A-8772-8035F66822EF}" sibTransId="{57BD0EE7-FCCC-473F-92D3-1CF4927B7C41}"/>
    <dgm:cxn modelId="{88F1BA9A-6B32-44CE-87AF-1C0D954AC6E9}" type="presOf" srcId="{73462CB1-FB85-40E8-8ADA-DBC65BC58472}" destId="{E8C5CED4-94B9-4D4E-9D6E-C818D5ED914B}" srcOrd="0" destOrd="0" presId="urn:microsoft.com/office/officeart/2024/layout/VerticalActionList"/>
    <dgm:cxn modelId="{43DE639B-60BF-47E7-AEE0-6A36CEC7036A}" type="presOf" srcId="{63F610D8-AA99-439F-B675-A17FA6E97438}" destId="{44D1F63C-E5DB-449C-9E31-4A6622A57128}" srcOrd="0" destOrd="0" presId="urn:microsoft.com/office/officeart/2024/layout/VerticalActionList"/>
    <dgm:cxn modelId="{818F3D9E-5933-41AC-A34D-2759F3B2B819}" type="presOf" srcId="{5A89207F-0963-4EE8-B021-B54AD5DB38A7}" destId="{C41DC332-17EA-4F5B-ACD2-BFDAA7F519A6}" srcOrd="0" destOrd="0" presId="urn:microsoft.com/office/officeart/2024/layout/VerticalActionList"/>
    <dgm:cxn modelId="{180D3BA0-DCFC-4878-867A-65098C05B295}" type="presOf" srcId="{1A5BC3A2-BCA6-421D-9E5D-04894AC7E664}" destId="{B30E0E68-4A75-48B1-B6F0-DC346A5E28C0}" srcOrd="0" destOrd="0" presId="urn:microsoft.com/office/officeart/2024/layout/VerticalActionList"/>
    <dgm:cxn modelId="{A3E475A0-662C-47C4-8846-50615C3D18D1}" type="presOf" srcId="{029C44D1-6FE4-4271-904E-90393DC242FC}" destId="{7FB4E023-BA05-4101-83E9-9B6813D27014}" srcOrd="0" destOrd="0" presId="urn:microsoft.com/office/officeart/2024/layout/VerticalActionList"/>
    <dgm:cxn modelId="{1D96A3A2-5208-429B-B095-04963BF61833}" srcId="{EC41151B-7F1B-438E-9AC5-85D40076A51F}" destId="{1B77B123-D78A-4F83-90E2-748002927E40}" srcOrd="0" destOrd="0" parTransId="{BE67673B-1467-43E7-8749-C3E672DB5A26}" sibTransId="{AE36EE8F-A334-489C-9B9A-7BF3F71F12F4}"/>
    <dgm:cxn modelId="{7641F5C7-E430-4EC5-A01A-BAE6F01196F2}" type="presOf" srcId="{5AFA0383-EAC0-4A70-B7D8-46D982F2A9CA}" destId="{EF312D53-0E1C-4AD3-BF8D-865ECD624658}" srcOrd="1" destOrd="0" presId="urn:microsoft.com/office/officeart/2024/layout/VerticalActionList"/>
    <dgm:cxn modelId="{2BC32AC8-EC76-407C-A1C7-A98871621777}" srcId="{5AFA0383-EAC0-4A70-B7D8-46D982F2A9CA}" destId="{5A89207F-0963-4EE8-B021-B54AD5DB38A7}" srcOrd="0" destOrd="0" parTransId="{24A7825D-DFCA-4AD6-BE58-68BBBD3345C3}" sibTransId="{7EDCE113-231D-4B2A-8C2C-9F8DCBF7AE0A}"/>
    <dgm:cxn modelId="{2DF5CBCB-D2F1-4F31-AC2A-E45BA721271F}" type="presOf" srcId="{5AFA0383-EAC0-4A70-B7D8-46D982F2A9CA}" destId="{E044A8C0-407A-4197-9CFA-5C7B0D2D8890}" srcOrd="0" destOrd="0" presId="urn:microsoft.com/office/officeart/2024/layout/VerticalActionList"/>
    <dgm:cxn modelId="{788224D1-73F8-473A-8E06-E602015C56B5}" srcId="{03872D22-DD30-481C-A2F6-2606DA900241}" destId="{73462CB1-FB85-40E8-8ADA-DBC65BC58472}" srcOrd="0" destOrd="0" parTransId="{83BC56A5-03DA-4450-B17F-CDEBBF137EBA}" sibTransId="{CB6BE3A9-0AE2-47E9-A2B7-1A31982FA29C}"/>
    <dgm:cxn modelId="{38F651D5-59A4-4DB5-A6AF-C93B5C664159}" type="presOf" srcId="{EC41151B-7F1B-438E-9AC5-85D40076A51F}" destId="{98303131-5780-454B-97B3-B2AF05637837}" srcOrd="0" destOrd="0" presId="urn:microsoft.com/office/officeart/2024/layout/VerticalActionList"/>
    <dgm:cxn modelId="{545E4AD8-BE1B-4D59-9E59-FA84B1CCFD7B}" type="presOf" srcId="{1D29A0DA-D5E5-4EB6-BDB6-A142ABDF94CF}" destId="{9D9F47A3-FB7E-42A8-A4F3-D32DA4AE2D19}" srcOrd="0" destOrd="0" presId="urn:microsoft.com/office/officeart/2024/layout/VerticalActionList"/>
    <dgm:cxn modelId="{561993DE-B899-4687-B026-BD56D3804D8E}" type="presOf" srcId="{03872D22-DD30-481C-A2F6-2606DA900241}" destId="{76B503E2-32FC-4A06-A177-9A2D934D7D5A}" srcOrd="0" destOrd="0" presId="urn:microsoft.com/office/officeart/2024/layout/VerticalActionList"/>
    <dgm:cxn modelId="{C16C7CF0-B3C4-492E-96FC-2919D33FD561}" srcId="{63F610D8-AA99-439F-B675-A17FA6E97438}" destId="{1D29A0DA-D5E5-4EB6-BDB6-A142ABDF94CF}" srcOrd="5" destOrd="0" parTransId="{A7C1C0AB-F030-4285-8E0B-7F58E00D7D29}" sibTransId="{D75482B9-A7E9-41F8-BDED-1FC166C8FD11}"/>
    <dgm:cxn modelId="{9F67BEFB-6E5D-4742-BB7A-B1CBC1330EDE}" srcId="{63F610D8-AA99-439F-B675-A17FA6E97438}" destId="{1A5BC3A2-BCA6-421D-9E5D-04894AC7E664}" srcOrd="1" destOrd="0" parTransId="{0F442A5D-391C-4E64-AB27-41EDB19D7626}" sibTransId="{26BFFB15-E8CA-47C2-AFC9-716DD37BC962}"/>
    <dgm:cxn modelId="{6E2FE4C4-FF63-4934-AA09-7447A02E0108}" type="presParOf" srcId="{44D1F63C-E5DB-449C-9E31-4A6622A57128}" destId="{659082EE-C34F-4C26-B543-19D18B4A6157}" srcOrd="0" destOrd="0" presId="urn:microsoft.com/office/officeart/2024/layout/VerticalActionList"/>
    <dgm:cxn modelId="{BE0F1964-2A32-4682-918A-07020ABCC983}" type="presParOf" srcId="{659082EE-C34F-4C26-B543-19D18B4A6157}" destId="{98303131-5780-454B-97B3-B2AF05637837}" srcOrd="0" destOrd="0" presId="urn:microsoft.com/office/officeart/2024/layout/VerticalActionList"/>
    <dgm:cxn modelId="{CC31244E-E54F-4177-AE33-048A32F33446}" type="presParOf" srcId="{659082EE-C34F-4C26-B543-19D18B4A6157}" destId="{28E64D60-0F3A-4453-AE99-5CA32F433959}" srcOrd="1" destOrd="0" presId="urn:microsoft.com/office/officeart/2024/layout/VerticalActionList"/>
    <dgm:cxn modelId="{CFF9A94F-F1E9-475A-897F-18A7A3CCAB49}" type="presParOf" srcId="{659082EE-C34F-4C26-B543-19D18B4A6157}" destId="{5912ED40-CC0E-4564-AC26-F20CA5073D24}" srcOrd="2" destOrd="0" presId="urn:microsoft.com/office/officeart/2024/layout/VerticalActionList"/>
    <dgm:cxn modelId="{791764FF-6AAB-4C5B-A4DF-1073D575BA31}" type="presParOf" srcId="{44D1F63C-E5DB-449C-9E31-4A6622A57128}" destId="{BC797113-FD64-4A55-AFD5-9983F1808AD9}" srcOrd="1" destOrd="0" presId="urn:microsoft.com/office/officeart/2024/layout/VerticalActionList"/>
    <dgm:cxn modelId="{5E6295DB-9E6F-435A-8A2A-CA9F91177777}" type="presParOf" srcId="{44D1F63C-E5DB-449C-9E31-4A6622A57128}" destId="{046B137C-7928-4CEE-9B6F-9A8BF223CA71}" srcOrd="2" destOrd="0" presId="urn:microsoft.com/office/officeart/2024/layout/VerticalActionList"/>
    <dgm:cxn modelId="{669E9F60-F14C-437E-A879-0B9689940958}" type="presParOf" srcId="{046B137C-7928-4CEE-9B6F-9A8BF223CA71}" destId="{B30E0E68-4A75-48B1-B6F0-DC346A5E28C0}" srcOrd="0" destOrd="0" presId="urn:microsoft.com/office/officeart/2024/layout/VerticalActionList"/>
    <dgm:cxn modelId="{833F764C-642B-45EA-B8BF-65CD51430E19}" type="presParOf" srcId="{046B137C-7928-4CEE-9B6F-9A8BF223CA71}" destId="{CFF70C7F-F494-4D67-B3A7-9DBF8EDE341C}" srcOrd="1" destOrd="0" presId="urn:microsoft.com/office/officeart/2024/layout/VerticalActionList"/>
    <dgm:cxn modelId="{997EBEAD-EA5B-44CB-B639-273FF700C33B}" type="presParOf" srcId="{046B137C-7928-4CEE-9B6F-9A8BF223CA71}" destId="{E53D683D-DD02-4FB4-9D7E-822512950488}" srcOrd="2" destOrd="0" presId="urn:microsoft.com/office/officeart/2024/layout/VerticalActionList"/>
    <dgm:cxn modelId="{0526771B-0738-42FF-B0EA-215CFAB25359}" type="presParOf" srcId="{44D1F63C-E5DB-449C-9E31-4A6622A57128}" destId="{17C38E73-74A4-45B6-A86B-8A513D98B322}" srcOrd="3" destOrd="0" presId="urn:microsoft.com/office/officeart/2024/layout/VerticalActionList"/>
    <dgm:cxn modelId="{2198E2FA-374E-48BA-8D75-75C7E21C0969}" type="presParOf" srcId="{44D1F63C-E5DB-449C-9E31-4A6622A57128}" destId="{0B9B6ACB-8783-45DB-9859-1A1A8A1BEB84}" srcOrd="4" destOrd="0" presId="urn:microsoft.com/office/officeart/2024/layout/VerticalActionList"/>
    <dgm:cxn modelId="{17E047B2-9216-42ED-9D55-FD93171773F2}" type="presParOf" srcId="{0B9B6ACB-8783-45DB-9859-1A1A8A1BEB84}" destId="{E044A8C0-407A-4197-9CFA-5C7B0D2D8890}" srcOrd="0" destOrd="0" presId="urn:microsoft.com/office/officeart/2024/layout/VerticalActionList"/>
    <dgm:cxn modelId="{4E3CEC2D-E87B-4E27-B661-4C7DE67C0080}" type="presParOf" srcId="{0B9B6ACB-8783-45DB-9859-1A1A8A1BEB84}" destId="{EF312D53-0E1C-4AD3-BF8D-865ECD624658}" srcOrd="1" destOrd="0" presId="urn:microsoft.com/office/officeart/2024/layout/VerticalActionList"/>
    <dgm:cxn modelId="{87895BEA-3AE5-427E-9E2D-B7C258A8F2B7}" type="presParOf" srcId="{0B9B6ACB-8783-45DB-9859-1A1A8A1BEB84}" destId="{C41DC332-17EA-4F5B-ACD2-BFDAA7F519A6}" srcOrd="2" destOrd="0" presId="urn:microsoft.com/office/officeart/2024/layout/VerticalActionList"/>
    <dgm:cxn modelId="{86F3D5F9-397E-442C-8E78-3FE428355041}" type="presParOf" srcId="{44D1F63C-E5DB-449C-9E31-4A6622A57128}" destId="{89C673A6-B939-44C9-B529-96AEDE22E168}" srcOrd="5" destOrd="0" presId="urn:microsoft.com/office/officeart/2024/layout/VerticalActionList"/>
    <dgm:cxn modelId="{A93C0A09-C98C-43BD-8F71-1E4717DFFB34}" type="presParOf" srcId="{44D1F63C-E5DB-449C-9E31-4A6622A57128}" destId="{5B2C44CF-A989-48A5-AC5F-6BA9CFEA68CF}" srcOrd="6" destOrd="0" presId="urn:microsoft.com/office/officeart/2024/layout/VerticalActionList"/>
    <dgm:cxn modelId="{773E2CA6-5FA6-418F-8A43-44036BD31855}" type="presParOf" srcId="{5B2C44CF-A989-48A5-AC5F-6BA9CFEA68CF}" destId="{15D0BB53-849B-4A81-8E87-C86B62C88C90}" srcOrd="0" destOrd="0" presId="urn:microsoft.com/office/officeart/2024/layout/VerticalActionList"/>
    <dgm:cxn modelId="{2B374EEF-B37D-453D-A5D5-BCDF7A1E3679}" type="presParOf" srcId="{5B2C44CF-A989-48A5-AC5F-6BA9CFEA68CF}" destId="{04B1963B-BB72-4F4E-AA58-321A0EB3B0DE}" srcOrd="1" destOrd="0" presId="urn:microsoft.com/office/officeart/2024/layout/VerticalActionList"/>
    <dgm:cxn modelId="{8E0D4735-A3F3-461F-AE72-119F2566AADD}" type="presParOf" srcId="{5B2C44CF-A989-48A5-AC5F-6BA9CFEA68CF}" destId="{7FB4E023-BA05-4101-83E9-9B6813D27014}" srcOrd="2" destOrd="0" presId="urn:microsoft.com/office/officeart/2024/layout/VerticalActionList"/>
    <dgm:cxn modelId="{4A6C834B-E055-43D6-9457-09485ECC4390}" type="presParOf" srcId="{44D1F63C-E5DB-449C-9E31-4A6622A57128}" destId="{94F8CA7B-F11B-4744-9058-912FBEC1A56F}" srcOrd="7" destOrd="0" presId="urn:microsoft.com/office/officeart/2024/layout/VerticalActionList"/>
    <dgm:cxn modelId="{20EF6155-F5D3-4189-9AA4-D324FE9E3490}" type="presParOf" srcId="{44D1F63C-E5DB-449C-9E31-4A6622A57128}" destId="{42A999D9-AE03-46CF-8C97-3E840A571F71}" srcOrd="8" destOrd="0" presId="urn:microsoft.com/office/officeart/2024/layout/VerticalActionList"/>
    <dgm:cxn modelId="{698A1810-4FB8-4C85-85B2-9103F8586435}" type="presParOf" srcId="{42A999D9-AE03-46CF-8C97-3E840A571F71}" destId="{76B503E2-32FC-4A06-A177-9A2D934D7D5A}" srcOrd="0" destOrd="0" presId="urn:microsoft.com/office/officeart/2024/layout/VerticalActionList"/>
    <dgm:cxn modelId="{C1A69790-CFD0-463B-BB97-B4F177109169}" type="presParOf" srcId="{42A999D9-AE03-46CF-8C97-3E840A571F71}" destId="{F7F8FE71-6364-44C6-81D6-E814DA508256}" srcOrd="1" destOrd="0" presId="urn:microsoft.com/office/officeart/2024/layout/VerticalActionList"/>
    <dgm:cxn modelId="{725EBC75-68CE-470B-9D9F-65A21ED2A766}" type="presParOf" srcId="{42A999D9-AE03-46CF-8C97-3E840A571F71}" destId="{E8C5CED4-94B9-4D4E-9D6E-C818D5ED914B}" srcOrd="2" destOrd="0" presId="urn:microsoft.com/office/officeart/2024/layout/VerticalActionList"/>
    <dgm:cxn modelId="{ABA08372-838B-44C3-A9E4-CF3B94316039}" type="presParOf" srcId="{44D1F63C-E5DB-449C-9E31-4A6622A57128}" destId="{9BDEC3C1-20B8-4711-BDC3-C9AEAB090E78}" srcOrd="9" destOrd="0" presId="urn:microsoft.com/office/officeart/2024/layout/VerticalActionList"/>
    <dgm:cxn modelId="{D804E543-D206-445E-B5C4-50759F86977E}" type="presParOf" srcId="{44D1F63C-E5DB-449C-9E31-4A6622A57128}" destId="{B8D441DF-1502-4ED5-9FFA-F41B081C2DAD}" srcOrd="10" destOrd="0" presId="urn:microsoft.com/office/officeart/2024/layout/VerticalActionList"/>
    <dgm:cxn modelId="{6E4C2A9D-626F-494B-9AFE-8FF45C94FCF9}" type="presParOf" srcId="{B8D441DF-1502-4ED5-9FFA-F41B081C2DAD}" destId="{9D9F47A3-FB7E-42A8-A4F3-D32DA4AE2D19}" srcOrd="0" destOrd="0" presId="urn:microsoft.com/office/officeart/2024/layout/VerticalActionList"/>
    <dgm:cxn modelId="{B738D067-9B5F-4DBF-9E8C-D374469D7A26}" type="presParOf" srcId="{B8D441DF-1502-4ED5-9FFA-F41B081C2DAD}" destId="{A56685B8-D2AD-4381-8B0F-9EA1FC505C11}" srcOrd="1" destOrd="0" presId="urn:microsoft.com/office/officeart/2024/layout/VerticalActionList"/>
    <dgm:cxn modelId="{05568A55-2B33-4499-A0DA-43EAD055050F}" type="presParOf" srcId="{B8D441DF-1502-4ED5-9FFA-F41B081C2DAD}" destId="{098939CD-7697-46C5-8C56-2266BDA49C9F}" srcOrd="2" destOrd="0" presId="urn:microsoft.com/office/officeart/2024/layout/Vertical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3F610D8-AA99-439F-B675-A17FA6E97438}" type="doc">
      <dgm:prSet loTypeId="urn:microsoft.com/office/officeart/2024/layout/VerticalActionList" loCatId="list" qsTypeId="urn:microsoft.com/office/officeart/2005/8/quickstyle/simple1" qsCatId="simple" csTypeId="urn:microsoft.com/office/officeart/2005/8/colors/accent1_2" csCatId="accent1" phldr="1"/>
      <dgm:spPr/>
      <dgm:t>
        <a:bodyPr/>
        <a:lstStyle/>
        <a:p>
          <a:endParaRPr kumimoji="1" lang="ja-JP" altLang="en-US"/>
        </a:p>
      </dgm:t>
    </dgm:pt>
    <dgm:pt modelId="{EC41151B-7F1B-438E-9AC5-85D40076A51F}">
      <dgm:prSet phldrT="[テキスト]" custT="1"/>
      <dgm:spPr/>
      <dgm:t>
        <a:bodyPr/>
        <a:lstStyle/>
        <a:p>
          <a:pPr>
            <a:buNone/>
          </a:pPr>
          <a:r>
            <a:rPr kumimoji="1" lang="ja-JP" altLang="en-US" sz="1100"/>
            <a:t>予選時に作成した成果物の更新</a:t>
          </a:r>
        </a:p>
      </dgm:t>
    </dgm:pt>
    <dgm:pt modelId="{0D22E95B-4C65-4E02-8679-15EDF94C2EE6}" type="parTrans" cxnId="{311E4863-DEF9-4E87-A8E2-B3B423D1964C}">
      <dgm:prSet/>
      <dgm:spPr/>
      <dgm:t>
        <a:bodyPr/>
        <a:lstStyle/>
        <a:p>
          <a:endParaRPr kumimoji="1" lang="ja-JP" altLang="en-US"/>
        </a:p>
      </dgm:t>
    </dgm:pt>
    <dgm:pt modelId="{CA05AD85-D504-49E3-B332-2DD366F217DB}" type="sibTrans" cxnId="{311E4863-DEF9-4E87-A8E2-B3B423D1964C}">
      <dgm:prSet/>
      <dgm:spPr/>
      <dgm:t>
        <a:bodyPr/>
        <a:lstStyle/>
        <a:p>
          <a:endParaRPr kumimoji="1" lang="ja-JP" altLang="en-US"/>
        </a:p>
      </dgm:t>
    </dgm:pt>
    <dgm:pt modelId="{1B77B123-D78A-4F83-90E2-748002927E40}">
      <dgm:prSet phldrT="[テキスト]" custT="1"/>
      <dgm:spPr/>
      <dgm:t>
        <a:bodyPr/>
        <a:lstStyle/>
        <a:p>
          <a:pPr>
            <a:buNone/>
          </a:pPr>
          <a:r>
            <a:rPr lang="ja-JP" altLang="en-US" sz="1100"/>
            <a:t>予選で受けた審査員コメントを考慮して更新できる</a:t>
          </a:r>
          <a:endParaRPr lang="en-US" altLang="ja-JP" sz="1100"/>
        </a:p>
        <a:p>
          <a:pPr>
            <a:buNone/>
          </a:pPr>
          <a:r>
            <a:rPr lang="ja-JP" altLang="en-US" sz="1100"/>
            <a:t>更新履歴も審査対象になるため、更新内容と変更箇所を明らかにしたうえで更新</a:t>
          </a:r>
          <a:endParaRPr lang="en-US" altLang="ja-JP" sz="1100"/>
        </a:p>
        <a:p>
          <a:pPr>
            <a:buNone/>
          </a:pPr>
          <a:r>
            <a:rPr lang="ja-JP" altLang="en-US" sz="1100" b="0" i="0"/>
            <a:t>更新履歴のフォーマットは自由です</a:t>
          </a:r>
          <a:endParaRPr kumimoji="1" lang="ja-JP" altLang="en-US" sz="1100"/>
        </a:p>
      </dgm:t>
    </dgm:pt>
    <dgm:pt modelId="{BE67673B-1467-43E7-8749-C3E672DB5A26}" type="parTrans" cxnId="{1D96A3A2-5208-429B-B095-04963BF61833}">
      <dgm:prSet/>
      <dgm:spPr/>
      <dgm:t>
        <a:bodyPr/>
        <a:lstStyle/>
        <a:p>
          <a:endParaRPr kumimoji="1" lang="ja-JP" altLang="en-US"/>
        </a:p>
      </dgm:t>
    </dgm:pt>
    <dgm:pt modelId="{AE36EE8F-A334-489C-9B9A-7BF3F71F12F4}" type="sibTrans" cxnId="{1D96A3A2-5208-429B-B095-04963BF61833}">
      <dgm:prSet/>
      <dgm:spPr/>
      <dgm:t>
        <a:bodyPr/>
        <a:lstStyle/>
        <a:p>
          <a:endParaRPr kumimoji="1" lang="ja-JP" altLang="en-US"/>
        </a:p>
      </dgm:t>
    </dgm:pt>
    <dgm:pt modelId="{1A5BC3A2-BCA6-421D-9E5D-04894AC7E664}">
      <dgm:prSet phldrT="[テキスト]" custT="1"/>
      <dgm:spPr/>
      <dgm:t>
        <a:bodyPr/>
        <a:lstStyle/>
        <a:p>
          <a:pPr>
            <a:buNone/>
          </a:pPr>
          <a:r>
            <a:rPr lang="ja-JP" altLang="en-US" sz="1100" b="0" i="0"/>
            <a:t>プレゼンテーション用資料</a:t>
          </a:r>
          <a:endParaRPr kumimoji="1" lang="ja-JP" altLang="en-US" sz="1100"/>
        </a:p>
      </dgm:t>
    </dgm:pt>
    <dgm:pt modelId="{0F442A5D-391C-4E64-AB27-41EDB19D7626}" type="parTrans" cxnId="{9F67BEFB-6E5D-4742-BB7A-B1CBC1330EDE}">
      <dgm:prSet/>
      <dgm:spPr/>
      <dgm:t>
        <a:bodyPr/>
        <a:lstStyle/>
        <a:p>
          <a:endParaRPr kumimoji="1" lang="ja-JP" altLang="en-US"/>
        </a:p>
      </dgm:t>
    </dgm:pt>
    <dgm:pt modelId="{26BFFB15-E8CA-47C2-AFC9-716DD37BC962}" type="sibTrans" cxnId="{9F67BEFB-6E5D-4742-BB7A-B1CBC1330EDE}">
      <dgm:prSet/>
      <dgm:spPr/>
      <dgm:t>
        <a:bodyPr/>
        <a:lstStyle/>
        <a:p>
          <a:endParaRPr kumimoji="1" lang="ja-JP" altLang="en-US"/>
        </a:p>
      </dgm:t>
    </dgm:pt>
    <dgm:pt modelId="{131A7AA6-282B-4059-8DF8-26BACC59E623}">
      <dgm:prSet phldrT="[テキスト]" custT="1"/>
      <dgm:spPr/>
      <dgm:t>
        <a:bodyPr/>
        <a:lstStyle/>
        <a:p>
          <a:pPr>
            <a:buNone/>
          </a:pPr>
          <a:r>
            <a:rPr lang="ja-JP" altLang="en-US" sz="1100" b="0" i="0"/>
            <a:t>テスト開発の内容を説明したプレゼンテーション用資料</a:t>
          </a:r>
          <a:endParaRPr lang="en-US" altLang="ja-JP" sz="1100" b="0" i="0"/>
        </a:p>
        <a:p>
          <a:pPr>
            <a:buNone/>
          </a:pPr>
          <a:r>
            <a:rPr lang="ja-JP" altLang="en-US" sz="1100" b="0" i="0"/>
            <a:t>テスト要求補足書に提示された要求を実現するために、どのようなテスト設計を行ったのか</a:t>
          </a:r>
          <a:br>
            <a:rPr lang="ja-JP" altLang="en-US" sz="1100"/>
          </a:br>
          <a:r>
            <a:rPr lang="ja-JP" altLang="en-US" sz="1100" b="0" i="0"/>
            <a:t>このプレゼンテーション用資料を使ってプレゼンテーションを代表者</a:t>
          </a:r>
          <a:r>
            <a:rPr lang="en-US" altLang="ja-JP" sz="1100" b="0" i="0"/>
            <a:t>1</a:t>
          </a:r>
          <a:r>
            <a:rPr lang="ja-JP" altLang="en-US" sz="1100" b="0" i="0"/>
            <a:t>名が行う</a:t>
          </a:r>
          <a:endParaRPr kumimoji="1" lang="ja-JP" altLang="en-US" sz="1100"/>
        </a:p>
      </dgm:t>
    </dgm:pt>
    <dgm:pt modelId="{787BB261-4B1F-492A-8772-8035F66822EF}" type="parTrans" cxnId="{A8D35B93-CE6B-4E22-B003-850A3A991D7B}">
      <dgm:prSet/>
      <dgm:spPr/>
      <dgm:t>
        <a:bodyPr/>
        <a:lstStyle/>
        <a:p>
          <a:endParaRPr kumimoji="1" lang="ja-JP" altLang="en-US"/>
        </a:p>
      </dgm:t>
    </dgm:pt>
    <dgm:pt modelId="{57BD0EE7-FCCC-473F-92D3-1CF4927B7C41}" type="sibTrans" cxnId="{A8D35B93-CE6B-4E22-B003-850A3A991D7B}">
      <dgm:prSet/>
      <dgm:spPr/>
      <dgm:t>
        <a:bodyPr/>
        <a:lstStyle/>
        <a:p>
          <a:endParaRPr kumimoji="1" lang="ja-JP" altLang="en-US"/>
        </a:p>
      </dgm:t>
    </dgm:pt>
    <dgm:pt modelId="{5AFA0383-EAC0-4A70-B7D8-46D982F2A9CA}">
      <dgm:prSet phldrT="[テキスト]" custT="1"/>
      <dgm:spPr/>
      <dgm:t>
        <a:bodyPr/>
        <a:lstStyle/>
        <a:p>
          <a:pPr>
            <a:buNone/>
          </a:pPr>
          <a:r>
            <a:rPr lang="ja-JP" altLang="en-US" sz="1100" b="0" i="0"/>
            <a:t>決勝戦会場の展示用資料</a:t>
          </a:r>
          <a:endParaRPr kumimoji="1" lang="ja-JP" altLang="en-US" sz="1100"/>
        </a:p>
      </dgm:t>
    </dgm:pt>
    <dgm:pt modelId="{B99A21AC-5C82-4105-A3F2-DD14F3FC2256}" type="parTrans" cxnId="{512C8C4E-DA15-465C-939A-0E8D63D94547}">
      <dgm:prSet/>
      <dgm:spPr/>
      <dgm:t>
        <a:bodyPr/>
        <a:lstStyle/>
        <a:p>
          <a:endParaRPr kumimoji="1" lang="ja-JP" altLang="en-US"/>
        </a:p>
      </dgm:t>
    </dgm:pt>
    <dgm:pt modelId="{CEC65F80-3A75-4DD0-9963-3D53C784CFD3}" type="sibTrans" cxnId="{512C8C4E-DA15-465C-939A-0E8D63D94547}">
      <dgm:prSet/>
      <dgm:spPr/>
      <dgm:t>
        <a:bodyPr/>
        <a:lstStyle/>
        <a:p>
          <a:endParaRPr kumimoji="1" lang="ja-JP" altLang="en-US"/>
        </a:p>
      </dgm:t>
    </dgm:pt>
    <dgm:pt modelId="{5A89207F-0963-4EE8-B021-B54AD5DB38A7}">
      <dgm:prSet phldrT="[テキスト]" custT="1"/>
      <dgm:spPr/>
      <dgm:t>
        <a:bodyPr/>
        <a:lstStyle/>
        <a:p>
          <a:pPr>
            <a:buNone/>
          </a:pPr>
          <a:r>
            <a:rPr lang="ja-JP" altLang="en-US" sz="1100" b="0" i="0"/>
            <a:t>決勝戦の会場に展示する資料</a:t>
          </a:r>
          <a:endParaRPr lang="en-US" altLang="ja-JP" sz="1100" b="0" i="0"/>
        </a:p>
        <a:p>
          <a:pPr>
            <a:buNone/>
          </a:pPr>
          <a:r>
            <a:rPr lang="ja-JP" altLang="en-US" sz="1100" b="0" i="0"/>
            <a:t>・テスト設計成果物の内容を要約したもの</a:t>
          </a:r>
          <a:endParaRPr kumimoji="1" lang="ja-JP" altLang="en-US" sz="1100"/>
        </a:p>
      </dgm:t>
    </dgm:pt>
    <dgm:pt modelId="{24A7825D-DFCA-4AD6-BE58-68BBBD3345C3}" type="parTrans" cxnId="{2BC32AC8-EC76-407C-A1C7-A98871621777}">
      <dgm:prSet/>
      <dgm:spPr/>
      <dgm:t>
        <a:bodyPr/>
        <a:lstStyle/>
        <a:p>
          <a:endParaRPr kumimoji="1" lang="ja-JP" altLang="en-US"/>
        </a:p>
      </dgm:t>
    </dgm:pt>
    <dgm:pt modelId="{7EDCE113-231D-4B2A-8C2C-9F8DCBF7AE0A}" type="sibTrans" cxnId="{2BC32AC8-EC76-407C-A1C7-A98871621777}">
      <dgm:prSet/>
      <dgm:spPr/>
      <dgm:t>
        <a:bodyPr/>
        <a:lstStyle/>
        <a:p>
          <a:endParaRPr kumimoji="1" lang="ja-JP" altLang="en-US"/>
        </a:p>
      </dgm:t>
    </dgm:pt>
    <dgm:pt modelId="{44D1F63C-E5DB-449C-9E31-4A6622A57128}" type="pres">
      <dgm:prSet presAssocID="{63F610D8-AA99-439F-B675-A17FA6E97438}" presName="Name0" presStyleCnt="0">
        <dgm:presLayoutVars>
          <dgm:dir/>
          <dgm:animLvl val="lvl"/>
          <dgm:resizeHandles val="exact"/>
        </dgm:presLayoutVars>
      </dgm:prSet>
      <dgm:spPr/>
    </dgm:pt>
    <dgm:pt modelId="{659082EE-C34F-4C26-B543-19D18B4A6157}" type="pres">
      <dgm:prSet presAssocID="{EC41151B-7F1B-438E-9AC5-85D40076A51F}" presName="linNode" presStyleCnt="0"/>
      <dgm:spPr/>
    </dgm:pt>
    <dgm:pt modelId="{98303131-5780-454B-97B3-B2AF05637837}" type="pres">
      <dgm:prSet presAssocID="{EC41151B-7F1B-438E-9AC5-85D40076A51F}" presName="bgOutline" presStyleLbl="fgAcc1" presStyleIdx="0" presStyleCnt="3"/>
      <dgm:spPr/>
    </dgm:pt>
    <dgm:pt modelId="{28E64D60-0F3A-4453-AE99-5CA32F433959}" type="pres">
      <dgm:prSet presAssocID="{EC41151B-7F1B-438E-9AC5-85D40076A51F}" presName="parentText" presStyleLbl="alignNode1" presStyleIdx="0" presStyleCnt="3">
        <dgm:presLayoutVars>
          <dgm:chMax val="1"/>
          <dgm:bulletEnabled/>
        </dgm:presLayoutVars>
      </dgm:prSet>
      <dgm:spPr/>
    </dgm:pt>
    <dgm:pt modelId="{5912ED40-CC0E-4564-AC26-F20CA5073D24}" type="pres">
      <dgm:prSet presAssocID="{EC41151B-7F1B-438E-9AC5-85D40076A51F}" presName="descendantText" presStyleLbl="revTx" presStyleIdx="0" presStyleCnt="0">
        <dgm:presLayoutVars>
          <dgm:bulletEnabled/>
        </dgm:presLayoutVars>
      </dgm:prSet>
      <dgm:spPr/>
    </dgm:pt>
    <dgm:pt modelId="{BC797113-FD64-4A55-AFD5-9983F1808AD9}" type="pres">
      <dgm:prSet presAssocID="{CA05AD85-D504-49E3-B332-2DD366F217DB}" presName="sp" presStyleCnt="0"/>
      <dgm:spPr/>
    </dgm:pt>
    <dgm:pt modelId="{046B137C-7928-4CEE-9B6F-9A8BF223CA71}" type="pres">
      <dgm:prSet presAssocID="{1A5BC3A2-BCA6-421D-9E5D-04894AC7E664}" presName="linNode" presStyleCnt="0"/>
      <dgm:spPr/>
    </dgm:pt>
    <dgm:pt modelId="{B30E0E68-4A75-48B1-B6F0-DC346A5E28C0}" type="pres">
      <dgm:prSet presAssocID="{1A5BC3A2-BCA6-421D-9E5D-04894AC7E664}" presName="bgOutline" presStyleLbl="fgAcc1" presStyleIdx="1" presStyleCnt="3"/>
      <dgm:spPr/>
    </dgm:pt>
    <dgm:pt modelId="{CFF70C7F-F494-4D67-B3A7-9DBF8EDE341C}" type="pres">
      <dgm:prSet presAssocID="{1A5BC3A2-BCA6-421D-9E5D-04894AC7E664}" presName="parentText" presStyleLbl="alignNode1" presStyleIdx="1" presStyleCnt="3">
        <dgm:presLayoutVars>
          <dgm:chMax val="1"/>
          <dgm:bulletEnabled/>
        </dgm:presLayoutVars>
      </dgm:prSet>
      <dgm:spPr/>
    </dgm:pt>
    <dgm:pt modelId="{E53D683D-DD02-4FB4-9D7E-822512950488}" type="pres">
      <dgm:prSet presAssocID="{1A5BC3A2-BCA6-421D-9E5D-04894AC7E664}" presName="descendantText" presStyleLbl="revTx" presStyleIdx="0" presStyleCnt="0">
        <dgm:presLayoutVars>
          <dgm:bulletEnabled/>
        </dgm:presLayoutVars>
      </dgm:prSet>
      <dgm:spPr/>
    </dgm:pt>
    <dgm:pt modelId="{17C38E73-74A4-45B6-A86B-8A513D98B322}" type="pres">
      <dgm:prSet presAssocID="{26BFFB15-E8CA-47C2-AFC9-716DD37BC962}" presName="sp" presStyleCnt="0"/>
      <dgm:spPr/>
    </dgm:pt>
    <dgm:pt modelId="{0B9B6ACB-8783-45DB-9859-1A1A8A1BEB84}" type="pres">
      <dgm:prSet presAssocID="{5AFA0383-EAC0-4A70-B7D8-46D982F2A9CA}" presName="linNode" presStyleCnt="0"/>
      <dgm:spPr/>
    </dgm:pt>
    <dgm:pt modelId="{E044A8C0-407A-4197-9CFA-5C7B0D2D8890}" type="pres">
      <dgm:prSet presAssocID="{5AFA0383-EAC0-4A70-B7D8-46D982F2A9CA}" presName="bgOutline" presStyleLbl="fgAcc1" presStyleIdx="2" presStyleCnt="3"/>
      <dgm:spPr/>
    </dgm:pt>
    <dgm:pt modelId="{EF312D53-0E1C-4AD3-BF8D-865ECD624658}" type="pres">
      <dgm:prSet presAssocID="{5AFA0383-EAC0-4A70-B7D8-46D982F2A9CA}" presName="parentText" presStyleLbl="alignNode1" presStyleIdx="2" presStyleCnt="3">
        <dgm:presLayoutVars>
          <dgm:chMax val="1"/>
          <dgm:bulletEnabled/>
        </dgm:presLayoutVars>
      </dgm:prSet>
      <dgm:spPr/>
    </dgm:pt>
    <dgm:pt modelId="{C41DC332-17EA-4F5B-ACD2-BFDAA7F519A6}" type="pres">
      <dgm:prSet presAssocID="{5AFA0383-EAC0-4A70-B7D8-46D982F2A9CA}" presName="descendantText" presStyleLbl="revTx" presStyleIdx="0" presStyleCnt="0">
        <dgm:presLayoutVars>
          <dgm:bulletEnabled/>
        </dgm:presLayoutVars>
      </dgm:prSet>
      <dgm:spPr/>
    </dgm:pt>
  </dgm:ptLst>
  <dgm:cxnLst>
    <dgm:cxn modelId="{095D1125-4151-47F5-98DF-8FD512D2103D}" type="presOf" srcId="{5AFA0383-EAC0-4A70-B7D8-46D982F2A9CA}" destId="{EF312D53-0E1C-4AD3-BF8D-865ECD624658}" srcOrd="1" destOrd="0" presId="urn:microsoft.com/office/officeart/2024/layout/VerticalActionList"/>
    <dgm:cxn modelId="{D6818C34-FC62-4974-AFEE-CB1E4B960ABB}" type="presOf" srcId="{EC41151B-7F1B-438E-9AC5-85D40076A51F}" destId="{28E64D60-0F3A-4453-AE99-5CA32F433959}" srcOrd="1" destOrd="0" presId="urn:microsoft.com/office/officeart/2024/layout/VerticalActionList"/>
    <dgm:cxn modelId="{2068623E-DCF0-449F-80F4-88B5AADC21A9}" type="presOf" srcId="{5AFA0383-EAC0-4A70-B7D8-46D982F2A9CA}" destId="{E044A8C0-407A-4197-9CFA-5C7B0D2D8890}" srcOrd="0" destOrd="0" presId="urn:microsoft.com/office/officeart/2024/layout/VerticalActionList"/>
    <dgm:cxn modelId="{9FAA0562-90F9-4AD9-B580-1E0C29C62AF9}" type="presOf" srcId="{EC41151B-7F1B-438E-9AC5-85D40076A51F}" destId="{98303131-5780-454B-97B3-B2AF05637837}" srcOrd="0" destOrd="0" presId="urn:microsoft.com/office/officeart/2024/layout/VerticalActionList"/>
    <dgm:cxn modelId="{311E4863-DEF9-4E87-A8E2-B3B423D1964C}" srcId="{63F610D8-AA99-439F-B675-A17FA6E97438}" destId="{EC41151B-7F1B-438E-9AC5-85D40076A51F}" srcOrd="0" destOrd="0" parTransId="{0D22E95B-4C65-4E02-8679-15EDF94C2EE6}" sibTransId="{CA05AD85-D504-49E3-B332-2DD366F217DB}"/>
    <dgm:cxn modelId="{512C8C4E-DA15-465C-939A-0E8D63D94547}" srcId="{63F610D8-AA99-439F-B675-A17FA6E97438}" destId="{5AFA0383-EAC0-4A70-B7D8-46D982F2A9CA}" srcOrd="2" destOrd="0" parTransId="{B99A21AC-5C82-4105-A3F2-DD14F3FC2256}" sibTransId="{CEC65F80-3A75-4DD0-9963-3D53C784CFD3}"/>
    <dgm:cxn modelId="{AD3C3276-F1BA-48DA-87C3-B96490996EEA}" type="presOf" srcId="{5A89207F-0963-4EE8-B021-B54AD5DB38A7}" destId="{C41DC332-17EA-4F5B-ACD2-BFDAA7F519A6}" srcOrd="0" destOrd="0" presId="urn:microsoft.com/office/officeart/2024/layout/VerticalActionList"/>
    <dgm:cxn modelId="{86AC1B89-F7B0-43B8-BD21-114BCC2ECCF8}" type="presOf" srcId="{131A7AA6-282B-4059-8DF8-26BACC59E623}" destId="{E53D683D-DD02-4FB4-9D7E-822512950488}" srcOrd="0" destOrd="0" presId="urn:microsoft.com/office/officeart/2024/layout/VerticalActionList"/>
    <dgm:cxn modelId="{01599C91-F098-40C0-ADD5-AC1C42BCFF14}" type="presOf" srcId="{1A5BC3A2-BCA6-421D-9E5D-04894AC7E664}" destId="{B30E0E68-4A75-48B1-B6F0-DC346A5E28C0}" srcOrd="0" destOrd="0" presId="urn:microsoft.com/office/officeart/2024/layout/VerticalActionList"/>
    <dgm:cxn modelId="{A8D35B93-CE6B-4E22-B003-850A3A991D7B}" srcId="{1A5BC3A2-BCA6-421D-9E5D-04894AC7E664}" destId="{131A7AA6-282B-4059-8DF8-26BACC59E623}" srcOrd="0" destOrd="0" parTransId="{787BB261-4B1F-492A-8772-8035F66822EF}" sibTransId="{57BD0EE7-FCCC-473F-92D3-1CF4927B7C41}"/>
    <dgm:cxn modelId="{43DE639B-60BF-47E7-AEE0-6A36CEC7036A}" type="presOf" srcId="{63F610D8-AA99-439F-B675-A17FA6E97438}" destId="{44D1F63C-E5DB-449C-9E31-4A6622A57128}" srcOrd="0" destOrd="0" presId="urn:microsoft.com/office/officeart/2024/layout/VerticalActionList"/>
    <dgm:cxn modelId="{1D96A3A2-5208-429B-B095-04963BF61833}" srcId="{EC41151B-7F1B-438E-9AC5-85D40076A51F}" destId="{1B77B123-D78A-4F83-90E2-748002927E40}" srcOrd="0" destOrd="0" parTransId="{BE67673B-1467-43E7-8749-C3E672DB5A26}" sibTransId="{AE36EE8F-A334-489C-9B9A-7BF3F71F12F4}"/>
    <dgm:cxn modelId="{58ABF0B4-B3EB-42E0-BF4B-62488199CF45}" type="presOf" srcId="{1A5BC3A2-BCA6-421D-9E5D-04894AC7E664}" destId="{CFF70C7F-F494-4D67-B3A7-9DBF8EDE341C}" srcOrd="1" destOrd="0" presId="urn:microsoft.com/office/officeart/2024/layout/VerticalActionList"/>
    <dgm:cxn modelId="{2BC32AC8-EC76-407C-A1C7-A98871621777}" srcId="{5AFA0383-EAC0-4A70-B7D8-46D982F2A9CA}" destId="{5A89207F-0963-4EE8-B021-B54AD5DB38A7}" srcOrd="0" destOrd="0" parTransId="{24A7825D-DFCA-4AD6-BE58-68BBBD3345C3}" sibTransId="{7EDCE113-231D-4B2A-8C2C-9F8DCBF7AE0A}"/>
    <dgm:cxn modelId="{E89ECFEB-B2F2-46DA-A99C-E7009A21F437}" type="presOf" srcId="{1B77B123-D78A-4F83-90E2-748002927E40}" destId="{5912ED40-CC0E-4564-AC26-F20CA5073D24}" srcOrd="0" destOrd="0" presId="urn:microsoft.com/office/officeart/2024/layout/VerticalActionList"/>
    <dgm:cxn modelId="{9F67BEFB-6E5D-4742-BB7A-B1CBC1330EDE}" srcId="{63F610D8-AA99-439F-B675-A17FA6E97438}" destId="{1A5BC3A2-BCA6-421D-9E5D-04894AC7E664}" srcOrd="1" destOrd="0" parTransId="{0F442A5D-391C-4E64-AB27-41EDB19D7626}" sibTransId="{26BFFB15-E8CA-47C2-AFC9-716DD37BC962}"/>
    <dgm:cxn modelId="{6E2FE4C4-FF63-4934-AA09-7447A02E0108}" type="presParOf" srcId="{44D1F63C-E5DB-449C-9E31-4A6622A57128}" destId="{659082EE-C34F-4C26-B543-19D18B4A6157}" srcOrd="0" destOrd="0" presId="urn:microsoft.com/office/officeart/2024/layout/VerticalActionList"/>
    <dgm:cxn modelId="{AA4D313E-9725-41DD-8C52-39EABD600CD7}" type="presParOf" srcId="{659082EE-C34F-4C26-B543-19D18B4A6157}" destId="{98303131-5780-454B-97B3-B2AF05637837}" srcOrd="0" destOrd="0" presId="urn:microsoft.com/office/officeart/2024/layout/VerticalActionList"/>
    <dgm:cxn modelId="{8A50820F-3C02-444B-A53E-12F622662C3D}" type="presParOf" srcId="{659082EE-C34F-4C26-B543-19D18B4A6157}" destId="{28E64D60-0F3A-4453-AE99-5CA32F433959}" srcOrd="1" destOrd="0" presId="urn:microsoft.com/office/officeart/2024/layout/VerticalActionList"/>
    <dgm:cxn modelId="{8199D57D-A782-41D0-8B82-2F56E2F6370B}" type="presParOf" srcId="{659082EE-C34F-4C26-B543-19D18B4A6157}" destId="{5912ED40-CC0E-4564-AC26-F20CA5073D24}" srcOrd="2" destOrd="0" presId="urn:microsoft.com/office/officeart/2024/layout/VerticalActionList"/>
    <dgm:cxn modelId="{791764FF-6AAB-4C5B-A4DF-1073D575BA31}" type="presParOf" srcId="{44D1F63C-E5DB-449C-9E31-4A6622A57128}" destId="{BC797113-FD64-4A55-AFD5-9983F1808AD9}" srcOrd="1" destOrd="0" presId="urn:microsoft.com/office/officeart/2024/layout/VerticalActionList"/>
    <dgm:cxn modelId="{5E6295DB-9E6F-435A-8A2A-CA9F91177777}" type="presParOf" srcId="{44D1F63C-E5DB-449C-9E31-4A6622A57128}" destId="{046B137C-7928-4CEE-9B6F-9A8BF223CA71}" srcOrd="2" destOrd="0" presId="urn:microsoft.com/office/officeart/2024/layout/VerticalActionList"/>
    <dgm:cxn modelId="{A4D12992-9385-4E7E-A25E-8C5F50140BAC}" type="presParOf" srcId="{046B137C-7928-4CEE-9B6F-9A8BF223CA71}" destId="{B30E0E68-4A75-48B1-B6F0-DC346A5E28C0}" srcOrd="0" destOrd="0" presId="urn:microsoft.com/office/officeart/2024/layout/VerticalActionList"/>
    <dgm:cxn modelId="{B87B214B-C8A8-4AB6-BDEB-38A1D73DA71F}" type="presParOf" srcId="{046B137C-7928-4CEE-9B6F-9A8BF223CA71}" destId="{CFF70C7F-F494-4D67-B3A7-9DBF8EDE341C}" srcOrd="1" destOrd="0" presId="urn:microsoft.com/office/officeart/2024/layout/VerticalActionList"/>
    <dgm:cxn modelId="{E67744DD-0853-40F8-A568-5DB0C31E7783}" type="presParOf" srcId="{046B137C-7928-4CEE-9B6F-9A8BF223CA71}" destId="{E53D683D-DD02-4FB4-9D7E-822512950488}" srcOrd="2" destOrd="0" presId="urn:microsoft.com/office/officeart/2024/layout/VerticalActionList"/>
    <dgm:cxn modelId="{0526771B-0738-42FF-B0EA-215CFAB25359}" type="presParOf" srcId="{44D1F63C-E5DB-449C-9E31-4A6622A57128}" destId="{17C38E73-74A4-45B6-A86B-8A513D98B322}" srcOrd="3" destOrd="0" presId="urn:microsoft.com/office/officeart/2024/layout/VerticalActionList"/>
    <dgm:cxn modelId="{2198E2FA-374E-48BA-8D75-75C7E21C0969}" type="presParOf" srcId="{44D1F63C-E5DB-449C-9E31-4A6622A57128}" destId="{0B9B6ACB-8783-45DB-9859-1A1A8A1BEB84}" srcOrd="4" destOrd="0" presId="urn:microsoft.com/office/officeart/2024/layout/VerticalActionList"/>
    <dgm:cxn modelId="{50CF238F-A13D-406D-BD8C-124837FDAB25}" type="presParOf" srcId="{0B9B6ACB-8783-45DB-9859-1A1A8A1BEB84}" destId="{E044A8C0-407A-4197-9CFA-5C7B0D2D8890}" srcOrd="0" destOrd="0" presId="urn:microsoft.com/office/officeart/2024/layout/VerticalActionList"/>
    <dgm:cxn modelId="{08C638E2-BF34-4F09-A701-DCE95ADB2484}" type="presParOf" srcId="{0B9B6ACB-8783-45DB-9859-1A1A8A1BEB84}" destId="{EF312D53-0E1C-4AD3-BF8D-865ECD624658}" srcOrd="1" destOrd="0" presId="urn:microsoft.com/office/officeart/2024/layout/VerticalActionList"/>
    <dgm:cxn modelId="{B53148FA-67E1-42BE-A303-131870A8FDA2}" type="presParOf" srcId="{0B9B6ACB-8783-45DB-9859-1A1A8A1BEB84}" destId="{C41DC332-17EA-4F5B-ACD2-BFDAA7F519A6}" srcOrd="2" destOrd="0" presId="urn:microsoft.com/office/officeart/2024/layout/Vertical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26D06E1-BC54-4CF1-81DF-9402EFE25C93}" type="doc">
      <dgm:prSet loTypeId="urn:microsoft.com/office/officeart/2024/layout/HorizontalActionList" loCatId="list" qsTypeId="urn:microsoft.com/office/officeart/2005/8/quickstyle/simple1" qsCatId="simple" csTypeId="urn:microsoft.com/office/officeart/2005/8/colors/accent1_2" csCatId="accent1" phldr="1"/>
      <dgm:spPr/>
      <dgm:t>
        <a:bodyPr/>
        <a:lstStyle/>
        <a:p>
          <a:endParaRPr kumimoji="1" lang="ja-JP" altLang="en-US"/>
        </a:p>
      </dgm:t>
    </dgm:pt>
    <dgm:pt modelId="{A857A538-796D-49E2-8AC1-D992156861CC}">
      <dgm:prSet phldrT="[テキスト]"/>
      <dgm:spPr/>
      <dgm:t>
        <a:bodyPr/>
        <a:lstStyle/>
        <a:p>
          <a:r>
            <a:rPr kumimoji="1" lang="ja-JP" altLang="en-US"/>
            <a:t>決まっていること</a:t>
          </a:r>
        </a:p>
      </dgm:t>
    </dgm:pt>
    <dgm:pt modelId="{BAB23ED9-3E8E-4789-B538-30A0B0DC2809}" type="parTrans" cxnId="{911B680C-F997-4EF2-8CF2-11FA29699649}">
      <dgm:prSet/>
      <dgm:spPr/>
      <dgm:t>
        <a:bodyPr/>
        <a:lstStyle/>
        <a:p>
          <a:endParaRPr kumimoji="1" lang="ja-JP" altLang="en-US"/>
        </a:p>
      </dgm:t>
    </dgm:pt>
    <dgm:pt modelId="{0EA79E07-484A-49C6-B1BA-8F2BA610D11D}" type="sibTrans" cxnId="{911B680C-F997-4EF2-8CF2-11FA29699649}">
      <dgm:prSet/>
      <dgm:spPr/>
      <dgm:t>
        <a:bodyPr/>
        <a:lstStyle/>
        <a:p>
          <a:endParaRPr kumimoji="1" lang="ja-JP" altLang="en-US"/>
        </a:p>
      </dgm:t>
    </dgm:pt>
    <dgm:pt modelId="{777DCE00-7348-45E3-8150-0E349DAA6159}">
      <dgm:prSet phldrT="[テキスト]" custT="1"/>
      <dgm:spPr/>
      <dgm:t>
        <a:bodyPr/>
        <a:lstStyle/>
        <a:p>
          <a:r>
            <a:rPr kumimoji="1" lang="ja-JP" altLang="en-US" sz="1400"/>
            <a:t>・テスト分析、観点整理、テスト設計、成果物作成にチームで取り組む</a:t>
          </a:r>
          <a:endParaRPr kumimoji="1" lang="en-US" altLang="ja-JP" sz="1400"/>
        </a:p>
        <a:p>
          <a:r>
            <a:rPr kumimoji="1" lang="ja-JP" altLang="ja-JP" sz="1400"/>
            <a:t>・件数重視ではなく、設計意図や説明可能性を重視する</a:t>
          </a:r>
          <a:endParaRPr kumimoji="1" lang="en-US" altLang="ja-JP" sz="1400"/>
        </a:p>
        <a:p>
          <a:r>
            <a:rPr kumimoji="1" lang="ja-JP" altLang="ja-JP" sz="1400"/>
            <a:t>・</a:t>
          </a:r>
          <a:r>
            <a:rPr kumimoji="1" lang="en-US" altLang="ja-JP" sz="1400"/>
            <a:t>AI</a:t>
          </a:r>
          <a:r>
            <a:rPr kumimoji="1" lang="ja-JP" altLang="ja-JP" sz="1400"/>
            <a:t>活用、レビュー、ドキュメント整理なども試していく</a:t>
          </a:r>
          <a:endParaRPr kumimoji="1" lang="ja-JP" altLang="en-US" sz="1400"/>
        </a:p>
      </dgm:t>
    </dgm:pt>
    <dgm:pt modelId="{9A74C708-F3E7-48A9-985E-37DD4C74E639}" type="parTrans" cxnId="{300EACD1-98FA-4783-B10F-FE2915E47EFC}">
      <dgm:prSet/>
      <dgm:spPr/>
      <dgm:t>
        <a:bodyPr/>
        <a:lstStyle/>
        <a:p>
          <a:endParaRPr kumimoji="1" lang="ja-JP" altLang="en-US"/>
        </a:p>
      </dgm:t>
    </dgm:pt>
    <dgm:pt modelId="{4080E6CC-AD27-47E8-8EF3-CEEFE6904B97}" type="sibTrans" cxnId="{300EACD1-98FA-4783-B10F-FE2915E47EFC}">
      <dgm:prSet/>
      <dgm:spPr/>
      <dgm:t>
        <a:bodyPr/>
        <a:lstStyle/>
        <a:p>
          <a:endParaRPr kumimoji="1" lang="ja-JP" altLang="en-US"/>
        </a:p>
      </dgm:t>
    </dgm:pt>
    <dgm:pt modelId="{5A3CA659-5ABF-48E9-B8E8-81603294C37D}">
      <dgm:prSet phldrT="[テキスト]"/>
      <dgm:spPr/>
      <dgm:t>
        <a:bodyPr/>
        <a:lstStyle/>
        <a:p>
          <a:r>
            <a:rPr kumimoji="1" lang="ja-JP" altLang="en-US"/>
            <a:t>これから決めること</a:t>
          </a:r>
        </a:p>
      </dgm:t>
    </dgm:pt>
    <dgm:pt modelId="{DCF5CCA6-EFD5-4687-BBF7-B4B615250A53}" type="parTrans" cxnId="{0B42C670-BF77-419F-8C7A-D26B311E6BB6}">
      <dgm:prSet/>
      <dgm:spPr/>
      <dgm:t>
        <a:bodyPr/>
        <a:lstStyle/>
        <a:p>
          <a:endParaRPr kumimoji="1" lang="ja-JP" altLang="en-US"/>
        </a:p>
      </dgm:t>
    </dgm:pt>
    <dgm:pt modelId="{FA667E80-953F-4567-8E05-5568E7A01DB0}" type="sibTrans" cxnId="{0B42C670-BF77-419F-8C7A-D26B311E6BB6}">
      <dgm:prSet/>
      <dgm:spPr/>
      <dgm:t>
        <a:bodyPr/>
        <a:lstStyle/>
        <a:p>
          <a:endParaRPr kumimoji="1" lang="ja-JP" altLang="en-US"/>
        </a:p>
      </dgm:t>
    </dgm:pt>
    <dgm:pt modelId="{10D88714-FD12-4BC8-9FA3-CADDDE174ECC}">
      <dgm:prSet phldrT="[テキスト]" custT="1"/>
      <dgm:spPr/>
      <dgm:t>
        <a:bodyPr/>
        <a:lstStyle/>
        <a:p>
          <a:r>
            <a:rPr kumimoji="1" lang="ja-JP" altLang="en-US" sz="1400"/>
            <a:t>・チーム体制、役割分担</a:t>
          </a:r>
        </a:p>
      </dgm:t>
    </dgm:pt>
    <dgm:pt modelId="{EAAC5762-835C-4D62-851D-5FBA43A1AB11}" type="parTrans" cxnId="{3EBCB1A5-8DCA-40B8-BA0D-896B2BEDDFAB}">
      <dgm:prSet/>
      <dgm:spPr/>
      <dgm:t>
        <a:bodyPr/>
        <a:lstStyle/>
        <a:p>
          <a:endParaRPr kumimoji="1" lang="ja-JP" altLang="en-US"/>
        </a:p>
      </dgm:t>
    </dgm:pt>
    <dgm:pt modelId="{97882541-6810-4ED1-94F2-367B2AE72319}" type="sibTrans" cxnId="{3EBCB1A5-8DCA-40B8-BA0D-896B2BEDDFAB}">
      <dgm:prSet/>
      <dgm:spPr/>
      <dgm:t>
        <a:bodyPr/>
        <a:lstStyle/>
        <a:p>
          <a:endParaRPr kumimoji="1" lang="ja-JP" altLang="en-US"/>
        </a:p>
      </dgm:t>
    </dgm:pt>
    <dgm:pt modelId="{F345F856-0279-4A91-85DF-4076FE7B27DE}">
      <dgm:prSet phldrT="[テキスト]"/>
      <dgm:spPr/>
      <dgm:t>
        <a:bodyPr/>
        <a:lstStyle/>
        <a:p>
          <a:r>
            <a:rPr kumimoji="1" lang="ja-JP" altLang="en-US"/>
            <a:t>お願いしたいこと</a:t>
          </a:r>
        </a:p>
      </dgm:t>
    </dgm:pt>
    <dgm:pt modelId="{F1190C1B-C78E-4378-8C87-9E9B87E8A8D8}" type="parTrans" cxnId="{82D5A6C8-5145-47EE-A57C-C0D567A85C9D}">
      <dgm:prSet/>
      <dgm:spPr/>
      <dgm:t>
        <a:bodyPr/>
        <a:lstStyle/>
        <a:p>
          <a:endParaRPr kumimoji="1" lang="ja-JP" altLang="en-US"/>
        </a:p>
      </dgm:t>
    </dgm:pt>
    <dgm:pt modelId="{73D63A20-B40A-459F-9643-BF59E52B4CCD}" type="sibTrans" cxnId="{82D5A6C8-5145-47EE-A57C-C0D567A85C9D}">
      <dgm:prSet/>
      <dgm:spPr/>
      <dgm:t>
        <a:bodyPr/>
        <a:lstStyle/>
        <a:p>
          <a:endParaRPr kumimoji="1" lang="ja-JP" altLang="en-US"/>
        </a:p>
      </dgm:t>
    </dgm:pt>
    <dgm:pt modelId="{C698FABC-6207-4D15-8EAC-A980C593FCD5}">
      <dgm:prSet phldrT="[テキスト]" custT="1"/>
      <dgm:spPr/>
      <dgm:t>
        <a:bodyPr/>
        <a:lstStyle/>
        <a:p>
          <a:r>
            <a:rPr kumimoji="1" lang="ja-JP" altLang="en-US" sz="1400"/>
            <a:t>・最初から詳しくなくても問題ありません</a:t>
          </a:r>
        </a:p>
      </dgm:t>
    </dgm:pt>
    <dgm:pt modelId="{2DD5E478-6FDD-4225-9C74-86ADE163091F}" type="parTrans" cxnId="{5CEC102A-3E30-46ED-B100-F13C34761E6E}">
      <dgm:prSet/>
      <dgm:spPr/>
      <dgm:t>
        <a:bodyPr/>
        <a:lstStyle/>
        <a:p>
          <a:endParaRPr kumimoji="1" lang="ja-JP" altLang="en-US"/>
        </a:p>
      </dgm:t>
    </dgm:pt>
    <dgm:pt modelId="{0C5ED23A-D69B-45A0-89C2-E6FA2F23973F}" type="sibTrans" cxnId="{5CEC102A-3E30-46ED-B100-F13C34761E6E}">
      <dgm:prSet/>
      <dgm:spPr/>
      <dgm:t>
        <a:bodyPr/>
        <a:lstStyle/>
        <a:p>
          <a:endParaRPr kumimoji="1" lang="ja-JP" altLang="en-US"/>
        </a:p>
      </dgm:t>
    </dgm:pt>
    <dgm:pt modelId="{D22921AE-9AC8-41D7-9C62-2157F602B3FE}">
      <dgm:prSet/>
      <dgm:spPr/>
      <dgm:t>
        <a:bodyPr/>
        <a:lstStyle/>
        <a:p>
          <a:endParaRPr kumimoji="1" lang="ja-JP" altLang="ja-JP" sz="1100"/>
        </a:p>
      </dgm:t>
    </dgm:pt>
    <dgm:pt modelId="{785C5606-A0B0-4E75-8FFF-7A24E6C8F705}" type="parTrans" cxnId="{BC1B2C3B-39C1-406F-BFFD-65A211E8EDDA}">
      <dgm:prSet/>
      <dgm:spPr/>
      <dgm:t>
        <a:bodyPr/>
        <a:lstStyle/>
        <a:p>
          <a:endParaRPr kumimoji="1" lang="ja-JP" altLang="en-US"/>
        </a:p>
      </dgm:t>
    </dgm:pt>
    <dgm:pt modelId="{86088A6D-AD1A-4CFD-8B2E-ECB8AB329D98}" type="sibTrans" cxnId="{BC1B2C3B-39C1-406F-BFFD-65A211E8EDDA}">
      <dgm:prSet/>
      <dgm:spPr/>
      <dgm:t>
        <a:bodyPr/>
        <a:lstStyle/>
        <a:p>
          <a:endParaRPr kumimoji="1" lang="ja-JP" altLang="en-US"/>
        </a:p>
      </dgm:t>
    </dgm:pt>
    <dgm:pt modelId="{AF7F4622-EA88-42F2-83D1-2080D2DDCB48}">
      <dgm:prSet custT="1"/>
      <dgm:spPr/>
      <dgm:t>
        <a:bodyPr/>
        <a:lstStyle/>
        <a:p>
          <a:r>
            <a:rPr kumimoji="1" lang="ja-JP" altLang="en-US" sz="1400"/>
            <a:t>・作業スケジュール</a:t>
          </a:r>
        </a:p>
      </dgm:t>
    </dgm:pt>
    <dgm:pt modelId="{50CF81F3-FFB5-4A90-8E7C-31EA53340C45}" type="parTrans" cxnId="{C9F937D4-5DC1-4CA8-BA50-E9C91488A240}">
      <dgm:prSet/>
      <dgm:spPr/>
      <dgm:t>
        <a:bodyPr/>
        <a:lstStyle/>
        <a:p>
          <a:endParaRPr kumimoji="1" lang="ja-JP" altLang="en-US"/>
        </a:p>
      </dgm:t>
    </dgm:pt>
    <dgm:pt modelId="{1E77A9D7-4261-4A1A-9759-F5D68ED49B24}" type="sibTrans" cxnId="{C9F937D4-5DC1-4CA8-BA50-E9C91488A240}">
      <dgm:prSet/>
      <dgm:spPr/>
      <dgm:t>
        <a:bodyPr/>
        <a:lstStyle/>
        <a:p>
          <a:endParaRPr kumimoji="1" lang="ja-JP" altLang="en-US"/>
        </a:p>
      </dgm:t>
    </dgm:pt>
    <dgm:pt modelId="{FE524FC2-93E9-4915-AD21-3A27852D51E3}">
      <dgm:prSet custT="1"/>
      <dgm:spPr/>
      <dgm:t>
        <a:bodyPr/>
        <a:lstStyle/>
        <a:p>
          <a:r>
            <a:rPr kumimoji="1" lang="ja-JP" altLang="en-US" sz="1400"/>
            <a:t>・成果物の作り込み範囲</a:t>
          </a:r>
        </a:p>
      </dgm:t>
    </dgm:pt>
    <dgm:pt modelId="{3697F0EE-40A0-496C-BFA1-F93892B53641}" type="parTrans" cxnId="{1BF90B99-FFFB-4987-A117-A421363E32A3}">
      <dgm:prSet/>
      <dgm:spPr/>
      <dgm:t>
        <a:bodyPr/>
        <a:lstStyle/>
        <a:p>
          <a:endParaRPr kumimoji="1" lang="ja-JP" altLang="en-US"/>
        </a:p>
      </dgm:t>
    </dgm:pt>
    <dgm:pt modelId="{DBF50F32-D81F-451C-AADF-08F2B152EA0D}" type="sibTrans" cxnId="{1BF90B99-FFFB-4987-A117-A421363E32A3}">
      <dgm:prSet/>
      <dgm:spPr/>
      <dgm:t>
        <a:bodyPr/>
        <a:lstStyle/>
        <a:p>
          <a:endParaRPr kumimoji="1" lang="ja-JP" altLang="en-US"/>
        </a:p>
      </dgm:t>
    </dgm:pt>
    <dgm:pt modelId="{DE980748-C57A-4EA3-9595-35401E8CE8E2}">
      <dgm:prSet custT="1"/>
      <dgm:spPr/>
      <dgm:t>
        <a:bodyPr/>
        <a:lstStyle/>
        <a:p>
          <a:r>
            <a:rPr kumimoji="1" lang="ja-JP" altLang="en-US" sz="1400"/>
            <a:t>・レビューの進め方</a:t>
          </a:r>
        </a:p>
      </dgm:t>
    </dgm:pt>
    <dgm:pt modelId="{BFA6A9F2-C922-4659-B325-BD35975B0A5A}" type="parTrans" cxnId="{2B23960C-EF95-4CEC-9F00-D5BD678AEC8B}">
      <dgm:prSet/>
      <dgm:spPr/>
      <dgm:t>
        <a:bodyPr/>
        <a:lstStyle/>
        <a:p>
          <a:endParaRPr kumimoji="1" lang="ja-JP" altLang="en-US"/>
        </a:p>
      </dgm:t>
    </dgm:pt>
    <dgm:pt modelId="{482F9211-E483-4D93-8EF4-98BC272D964F}" type="sibTrans" cxnId="{2B23960C-EF95-4CEC-9F00-D5BD678AEC8B}">
      <dgm:prSet/>
      <dgm:spPr/>
      <dgm:t>
        <a:bodyPr/>
        <a:lstStyle/>
        <a:p>
          <a:endParaRPr kumimoji="1" lang="ja-JP" altLang="en-US"/>
        </a:p>
      </dgm:t>
    </dgm:pt>
    <dgm:pt modelId="{C480A1B5-C09B-49CF-9A38-275D1B04B9CF}">
      <dgm:prSet custT="1"/>
      <dgm:spPr/>
      <dgm:t>
        <a:bodyPr/>
        <a:lstStyle/>
        <a:p>
          <a:r>
            <a:rPr kumimoji="1" lang="ja-JP" altLang="en-US" sz="1400"/>
            <a:t>・</a:t>
          </a:r>
          <a:r>
            <a:rPr kumimoji="1" lang="en-US" altLang="en-US" sz="1400"/>
            <a:t>AI</a:t>
          </a:r>
          <a:r>
            <a:rPr kumimoji="1" lang="ja-JP" altLang="en-US" sz="1400"/>
            <a:t>を活用する作業範囲</a:t>
          </a:r>
        </a:p>
      </dgm:t>
    </dgm:pt>
    <dgm:pt modelId="{58DBE722-427F-4D9A-A26D-614BF1A382A0}" type="parTrans" cxnId="{7F963B66-C82A-4034-88F9-648A44231297}">
      <dgm:prSet/>
      <dgm:spPr/>
      <dgm:t>
        <a:bodyPr/>
        <a:lstStyle/>
        <a:p>
          <a:endParaRPr kumimoji="1" lang="ja-JP" altLang="en-US"/>
        </a:p>
      </dgm:t>
    </dgm:pt>
    <dgm:pt modelId="{2EA7E9B5-F1D8-4509-9F11-7BE4E42C4CE8}" type="sibTrans" cxnId="{7F963B66-C82A-4034-88F9-648A44231297}">
      <dgm:prSet/>
      <dgm:spPr/>
      <dgm:t>
        <a:bodyPr/>
        <a:lstStyle/>
        <a:p>
          <a:endParaRPr kumimoji="1" lang="ja-JP" altLang="en-US"/>
        </a:p>
      </dgm:t>
    </dgm:pt>
    <dgm:pt modelId="{A25BA592-78BA-45B0-90DF-AD24AE63F6BF}">
      <dgm:prSet custT="1"/>
      <dgm:spPr/>
      <dgm:t>
        <a:bodyPr/>
        <a:lstStyle/>
        <a:p>
          <a:r>
            <a:rPr kumimoji="1" lang="ja-JP" altLang="en-US" sz="1400"/>
            <a:t>・分からないことは、調べながら・相談しながら進めます</a:t>
          </a:r>
        </a:p>
      </dgm:t>
    </dgm:pt>
    <dgm:pt modelId="{7757A217-13D1-4D39-9CD4-AB2A67BB0239}" type="parTrans" cxnId="{5DF0A541-E24D-49F9-9A40-6F8AFB812A52}">
      <dgm:prSet/>
      <dgm:spPr/>
      <dgm:t>
        <a:bodyPr/>
        <a:lstStyle/>
        <a:p>
          <a:endParaRPr kumimoji="1" lang="ja-JP" altLang="en-US"/>
        </a:p>
      </dgm:t>
    </dgm:pt>
    <dgm:pt modelId="{9EA1F3C5-6F57-48B1-8DB2-E4146C2E410C}" type="sibTrans" cxnId="{5DF0A541-E24D-49F9-9A40-6F8AFB812A52}">
      <dgm:prSet/>
      <dgm:spPr/>
      <dgm:t>
        <a:bodyPr/>
        <a:lstStyle/>
        <a:p>
          <a:endParaRPr kumimoji="1" lang="ja-JP" altLang="en-US"/>
        </a:p>
      </dgm:t>
    </dgm:pt>
    <dgm:pt modelId="{88EED4CA-7AB1-4CEB-BD02-F0D65C3C86C2}">
      <dgm:prSet custT="1"/>
      <dgm:spPr/>
      <dgm:t>
        <a:bodyPr/>
        <a:lstStyle/>
        <a:p>
          <a:r>
            <a:rPr kumimoji="1" lang="ja-JP" altLang="en-US" sz="1400"/>
            <a:t>・自分の考えや疑問をチーム内で共有してください</a:t>
          </a:r>
        </a:p>
      </dgm:t>
    </dgm:pt>
    <dgm:pt modelId="{DA19508E-0B1B-4B71-8629-4740B8788B52}" type="parTrans" cxnId="{8F9C723B-509A-4D59-A7B2-FECF9BE51AAD}">
      <dgm:prSet/>
      <dgm:spPr/>
      <dgm:t>
        <a:bodyPr/>
        <a:lstStyle/>
        <a:p>
          <a:endParaRPr kumimoji="1" lang="ja-JP" altLang="en-US"/>
        </a:p>
      </dgm:t>
    </dgm:pt>
    <dgm:pt modelId="{1E6EE391-A266-4FD5-862F-127BF1F63205}" type="sibTrans" cxnId="{8F9C723B-509A-4D59-A7B2-FECF9BE51AAD}">
      <dgm:prSet/>
      <dgm:spPr/>
      <dgm:t>
        <a:bodyPr/>
        <a:lstStyle/>
        <a:p>
          <a:endParaRPr kumimoji="1" lang="ja-JP" altLang="en-US"/>
        </a:p>
      </dgm:t>
    </dgm:pt>
    <dgm:pt modelId="{61C5E714-82CB-40E7-9FCA-DB89F71C8D85}" type="pres">
      <dgm:prSet presAssocID="{726D06E1-BC54-4CF1-81DF-9402EFE25C93}" presName="Name0" presStyleCnt="0">
        <dgm:presLayoutVars>
          <dgm:dir/>
          <dgm:animLvl val="lvl"/>
          <dgm:resizeHandles val="exact"/>
        </dgm:presLayoutVars>
      </dgm:prSet>
      <dgm:spPr/>
    </dgm:pt>
    <dgm:pt modelId="{FDFD0C88-9C8D-4FDB-8257-6AED874D607B}" type="pres">
      <dgm:prSet presAssocID="{A857A538-796D-49E2-8AC1-D992156861CC}" presName="composite" presStyleCnt="0"/>
      <dgm:spPr/>
    </dgm:pt>
    <dgm:pt modelId="{AE3CC4DD-DEF3-4B44-A7C7-D6E3228F2041}" type="pres">
      <dgm:prSet presAssocID="{A857A538-796D-49E2-8AC1-D992156861CC}" presName="parTx" presStyleLbl="alignNode1" presStyleIdx="0" presStyleCnt="3">
        <dgm:presLayoutVars>
          <dgm:chMax val="0"/>
          <dgm:chPref val="0"/>
        </dgm:presLayoutVars>
      </dgm:prSet>
      <dgm:spPr/>
    </dgm:pt>
    <dgm:pt modelId="{51E4D88F-4241-4A1A-8513-C883AA24A03A}" type="pres">
      <dgm:prSet presAssocID="{A857A538-796D-49E2-8AC1-D992156861CC}" presName="bgOutline" presStyleLbl="fgAcc1" presStyleIdx="0" presStyleCnt="3">
        <dgm:presLayoutVars>
          <dgm:bulletEnabled/>
        </dgm:presLayoutVars>
      </dgm:prSet>
      <dgm:spPr/>
    </dgm:pt>
    <dgm:pt modelId="{3AFC7F66-13C4-4BE6-8514-1FA9B7937C0C}" type="pres">
      <dgm:prSet presAssocID="{0EA79E07-484A-49C6-B1BA-8F2BA610D11D}" presName="space" presStyleCnt="0"/>
      <dgm:spPr/>
    </dgm:pt>
    <dgm:pt modelId="{75A2D12D-B119-4A81-98AF-597F743F065A}" type="pres">
      <dgm:prSet presAssocID="{5A3CA659-5ABF-48E9-B8E8-81603294C37D}" presName="composite" presStyleCnt="0"/>
      <dgm:spPr/>
    </dgm:pt>
    <dgm:pt modelId="{CA375BAA-68AB-4954-81E9-0F4D9BACAD6F}" type="pres">
      <dgm:prSet presAssocID="{5A3CA659-5ABF-48E9-B8E8-81603294C37D}" presName="parTx" presStyleLbl="alignNode1" presStyleIdx="1" presStyleCnt="3">
        <dgm:presLayoutVars>
          <dgm:chMax val="0"/>
          <dgm:chPref val="0"/>
        </dgm:presLayoutVars>
      </dgm:prSet>
      <dgm:spPr/>
    </dgm:pt>
    <dgm:pt modelId="{0A85AE63-6261-4D5A-84FF-67F595178F57}" type="pres">
      <dgm:prSet presAssocID="{5A3CA659-5ABF-48E9-B8E8-81603294C37D}" presName="bgOutline" presStyleLbl="fgAcc1" presStyleIdx="1" presStyleCnt="3">
        <dgm:presLayoutVars>
          <dgm:bulletEnabled/>
        </dgm:presLayoutVars>
      </dgm:prSet>
      <dgm:spPr/>
    </dgm:pt>
    <dgm:pt modelId="{90BE9848-E3BB-4C4A-ADF1-FF933ECB6CE0}" type="pres">
      <dgm:prSet presAssocID="{FA667E80-953F-4567-8E05-5568E7A01DB0}" presName="space" presStyleCnt="0"/>
      <dgm:spPr/>
    </dgm:pt>
    <dgm:pt modelId="{DA116F6A-2DD2-4D5A-8A6A-23A4E4CB9696}" type="pres">
      <dgm:prSet presAssocID="{F345F856-0279-4A91-85DF-4076FE7B27DE}" presName="composite" presStyleCnt="0"/>
      <dgm:spPr/>
    </dgm:pt>
    <dgm:pt modelId="{C16F4773-4056-4BAA-A868-E2C781059CA7}" type="pres">
      <dgm:prSet presAssocID="{F345F856-0279-4A91-85DF-4076FE7B27DE}" presName="parTx" presStyleLbl="alignNode1" presStyleIdx="2" presStyleCnt="3">
        <dgm:presLayoutVars>
          <dgm:chMax val="0"/>
          <dgm:chPref val="0"/>
        </dgm:presLayoutVars>
      </dgm:prSet>
      <dgm:spPr/>
    </dgm:pt>
    <dgm:pt modelId="{849722BE-1603-4B9B-8278-1777D6034CFA}" type="pres">
      <dgm:prSet presAssocID="{F345F856-0279-4A91-85DF-4076FE7B27DE}" presName="bgOutline" presStyleLbl="fgAcc1" presStyleIdx="2" presStyleCnt="3">
        <dgm:presLayoutVars>
          <dgm:bulletEnabled/>
        </dgm:presLayoutVars>
      </dgm:prSet>
      <dgm:spPr/>
    </dgm:pt>
  </dgm:ptLst>
  <dgm:cxnLst>
    <dgm:cxn modelId="{34E5D902-5820-47DA-B6D2-6BFB13F4DE60}" type="presOf" srcId="{A857A538-796D-49E2-8AC1-D992156861CC}" destId="{AE3CC4DD-DEF3-4B44-A7C7-D6E3228F2041}" srcOrd="0" destOrd="0" presId="urn:microsoft.com/office/officeart/2024/layout/HorizontalActionList"/>
    <dgm:cxn modelId="{911B680C-F997-4EF2-8CF2-11FA29699649}" srcId="{726D06E1-BC54-4CF1-81DF-9402EFE25C93}" destId="{A857A538-796D-49E2-8AC1-D992156861CC}" srcOrd="0" destOrd="0" parTransId="{BAB23ED9-3E8E-4789-B538-30A0B0DC2809}" sibTransId="{0EA79E07-484A-49C6-B1BA-8F2BA610D11D}"/>
    <dgm:cxn modelId="{2B23960C-EF95-4CEC-9F00-D5BD678AEC8B}" srcId="{5A3CA659-5ABF-48E9-B8E8-81603294C37D}" destId="{DE980748-C57A-4EA3-9595-35401E8CE8E2}" srcOrd="3" destOrd="0" parTransId="{BFA6A9F2-C922-4659-B325-BD35975B0A5A}" sibTransId="{482F9211-E483-4D93-8EF4-98BC272D964F}"/>
    <dgm:cxn modelId="{E3DDA717-3111-4D00-9577-6F6595767B26}" type="presOf" srcId="{C698FABC-6207-4D15-8EAC-A980C593FCD5}" destId="{849722BE-1603-4B9B-8278-1777D6034CFA}" srcOrd="0" destOrd="0" presId="urn:microsoft.com/office/officeart/2024/layout/HorizontalActionList"/>
    <dgm:cxn modelId="{D3D6AB20-AE0D-454B-8446-36780B276D3E}" type="presOf" srcId="{A25BA592-78BA-45B0-90DF-AD24AE63F6BF}" destId="{849722BE-1603-4B9B-8278-1777D6034CFA}" srcOrd="0" destOrd="1" presId="urn:microsoft.com/office/officeart/2024/layout/HorizontalActionList"/>
    <dgm:cxn modelId="{5CEC102A-3E30-46ED-B100-F13C34761E6E}" srcId="{F345F856-0279-4A91-85DF-4076FE7B27DE}" destId="{C698FABC-6207-4D15-8EAC-A980C593FCD5}" srcOrd="0" destOrd="0" parTransId="{2DD5E478-6FDD-4225-9C74-86ADE163091F}" sibTransId="{0C5ED23A-D69B-45A0-89C2-E6FA2F23973F}"/>
    <dgm:cxn modelId="{817B2134-3DD2-4742-8FFE-3280D7CD20F8}" type="presOf" srcId="{C480A1B5-C09B-49CF-9A38-275D1B04B9CF}" destId="{0A85AE63-6261-4D5A-84FF-67F595178F57}" srcOrd="0" destOrd="4" presId="urn:microsoft.com/office/officeart/2024/layout/HorizontalActionList"/>
    <dgm:cxn modelId="{20C43C35-CCA1-4D16-B9C5-C4AEE674AB11}" type="presOf" srcId="{777DCE00-7348-45E3-8150-0E349DAA6159}" destId="{51E4D88F-4241-4A1A-8513-C883AA24A03A}" srcOrd="0" destOrd="0" presId="urn:microsoft.com/office/officeart/2024/layout/HorizontalActionList"/>
    <dgm:cxn modelId="{BC1B2C3B-39C1-406F-BFFD-65A211E8EDDA}" srcId="{A857A538-796D-49E2-8AC1-D992156861CC}" destId="{D22921AE-9AC8-41D7-9C62-2157F602B3FE}" srcOrd="1" destOrd="0" parTransId="{785C5606-A0B0-4E75-8FFF-7A24E6C8F705}" sibTransId="{86088A6D-AD1A-4CFD-8B2E-ECB8AB329D98}"/>
    <dgm:cxn modelId="{8F9C723B-509A-4D59-A7B2-FECF9BE51AAD}" srcId="{F345F856-0279-4A91-85DF-4076FE7B27DE}" destId="{88EED4CA-7AB1-4CEB-BD02-F0D65C3C86C2}" srcOrd="2" destOrd="0" parTransId="{DA19508E-0B1B-4B71-8629-4740B8788B52}" sibTransId="{1E6EE391-A266-4FD5-862F-127BF1F63205}"/>
    <dgm:cxn modelId="{51EF9F3B-90AF-482E-B35B-684C4787292E}" type="presOf" srcId="{D22921AE-9AC8-41D7-9C62-2157F602B3FE}" destId="{51E4D88F-4241-4A1A-8513-C883AA24A03A}" srcOrd="0" destOrd="1" presId="urn:microsoft.com/office/officeart/2024/layout/HorizontalActionList"/>
    <dgm:cxn modelId="{5DF0A541-E24D-49F9-9A40-6F8AFB812A52}" srcId="{F345F856-0279-4A91-85DF-4076FE7B27DE}" destId="{A25BA592-78BA-45B0-90DF-AD24AE63F6BF}" srcOrd="1" destOrd="0" parTransId="{7757A217-13D1-4D39-9CD4-AB2A67BB0239}" sibTransId="{9EA1F3C5-6F57-48B1-8DB2-E4146C2E410C}"/>
    <dgm:cxn modelId="{7F963B66-C82A-4034-88F9-648A44231297}" srcId="{5A3CA659-5ABF-48E9-B8E8-81603294C37D}" destId="{C480A1B5-C09B-49CF-9A38-275D1B04B9CF}" srcOrd="4" destOrd="0" parTransId="{58DBE722-427F-4D9A-A26D-614BF1A382A0}" sibTransId="{2EA7E9B5-F1D8-4509-9F11-7BE4E42C4CE8}"/>
    <dgm:cxn modelId="{010E3C4E-B8EB-41C4-9CA8-B0AEB52E295D}" type="presOf" srcId="{88EED4CA-7AB1-4CEB-BD02-F0D65C3C86C2}" destId="{849722BE-1603-4B9B-8278-1777D6034CFA}" srcOrd="0" destOrd="2" presId="urn:microsoft.com/office/officeart/2024/layout/HorizontalActionList"/>
    <dgm:cxn modelId="{0B42C670-BF77-419F-8C7A-D26B311E6BB6}" srcId="{726D06E1-BC54-4CF1-81DF-9402EFE25C93}" destId="{5A3CA659-5ABF-48E9-B8E8-81603294C37D}" srcOrd="1" destOrd="0" parTransId="{DCF5CCA6-EFD5-4687-BBF7-B4B615250A53}" sibTransId="{FA667E80-953F-4567-8E05-5568E7A01DB0}"/>
    <dgm:cxn modelId="{31D86F84-9DD7-45BE-97F5-AF67C2562041}" type="presOf" srcId="{DE980748-C57A-4EA3-9595-35401E8CE8E2}" destId="{0A85AE63-6261-4D5A-84FF-67F595178F57}" srcOrd="0" destOrd="3" presId="urn:microsoft.com/office/officeart/2024/layout/HorizontalActionList"/>
    <dgm:cxn modelId="{1BF90B99-FFFB-4987-A117-A421363E32A3}" srcId="{5A3CA659-5ABF-48E9-B8E8-81603294C37D}" destId="{FE524FC2-93E9-4915-AD21-3A27852D51E3}" srcOrd="2" destOrd="0" parTransId="{3697F0EE-40A0-496C-BFA1-F93892B53641}" sibTransId="{DBF50F32-D81F-451C-AADF-08F2B152EA0D}"/>
    <dgm:cxn modelId="{E0D1DEA3-49ED-433F-A75A-C532761E4867}" type="presOf" srcId="{5A3CA659-5ABF-48E9-B8E8-81603294C37D}" destId="{CA375BAA-68AB-4954-81E9-0F4D9BACAD6F}" srcOrd="0" destOrd="0" presId="urn:microsoft.com/office/officeart/2024/layout/HorizontalActionList"/>
    <dgm:cxn modelId="{3EBCB1A5-8DCA-40B8-BA0D-896B2BEDDFAB}" srcId="{5A3CA659-5ABF-48E9-B8E8-81603294C37D}" destId="{10D88714-FD12-4BC8-9FA3-CADDDE174ECC}" srcOrd="0" destOrd="0" parTransId="{EAAC5762-835C-4D62-851D-5FBA43A1AB11}" sibTransId="{97882541-6810-4ED1-94F2-367B2AE72319}"/>
    <dgm:cxn modelId="{66652AC7-9337-498E-80A5-9EE161E72548}" type="presOf" srcId="{10D88714-FD12-4BC8-9FA3-CADDDE174ECC}" destId="{0A85AE63-6261-4D5A-84FF-67F595178F57}" srcOrd="0" destOrd="0" presId="urn:microsoft.com/office/officeart/2024/layout/HorizontalActionList"/>
    <dgm:cxn modelId="{82D5A6C8-5145-47EE-A57C-C0D567A85C9D}" srcId="{726D06E1-BC54-4CF1-81DF-9402EFE25C93}" destId="{F345F856-0279-4A91-85DF-4076FE7B27DE}" srcOrd="2" destOrd="0" parTransId="{F1190C1B-C78E-4378-8C87-9E9B87E8A8D8}" sibTransId="{73D63A20-B40A-459F-9643-BF59E52B4CCD}"/>
    <dgm:cxn modelId="{300EACD1-98FA-4783-B10F-FE2915E47EFC}" srcId="{A857A538-796D-49E2-8AC1-D992156861CC}" destId="{777DCE00-7348-45E3-8150-0E349DAA6159}" srcOrd="0" destOrd="0" parTransId="{9A74C708-F3E7-48A9-985E-37DD4C74E639}" sibTransId="{4080E6CC-AD27-47E8-8EF3-CEEFE6904B97}"/>
    <dgm:cxn modelId="{C9F937D4-5DC1-4CA8-BA50-E9C91488A240}" srcId="{5A3CA659-5ABF-48E9-B8E8-81603294C37D}" destId="{AF7F4622-EA88-42F2-83D1-2080D2DDCB48}" srcOrd="1" destOrd="0" parTransId="{50CF81F3-FFB5-4A90-8E7C-31EA53340C45}" sibTransId="{1E77A9D7-4261-4A1A-9759-F5D68ED49B24}"/>
    <dgm:cxn modelId="{58A833D9-36AC-48E2-9351-B2DCA6E513B4}" type="presOf" srcId="{726D06E1-BC54-4CF1-81DF-9402EFE25C93}" destId="{61C5E714-82CB-40E7-9FCA-DB89F71C8D85}" srcOrd="0" destOrd="0" presId="urn:microsoft.com/office/officeart/2024/layout/HorizontalActionList"/>
    <dgm:cxn modelId="{9BD66EE5-5F0C-4533-ACAE-C9C313427AA5}" type="presOf" srcId="{F345F856-0279-4A91-85DF-4076FE7B27DE}" destId="{C16F4773-4056-4BAA-A868-E2C781059CA7}" srcOrd="0" destOrd="0" presId="urn:microsoft.com/office/officeart/2024/layout/HorizontalActionList"/>
    <dgm:cxn modelId="{16FBB4E8-68FD-41B7-BFD8-FA3CFC37C9A6}" type="presOf" srcId="{FE524FC2-93E9-4915-AD21-3A27852D51E3}" destId="{0A85AE63-6261-4D5A-84FF-67F595178F57}" srcOrd="0" destOrd="2" presId="urn:microsoft.com/office/officeart/2024/layout/HorizontalActionList"/>
    <dgm:cxn modelId="{70F068F5-8B45-4077-AC12-DFBCB2427603}" type="presOf" srcId="{AF7F4622-EA88-42F2-83D1-2080D2DDCB48}" destId="{0A85AE63-6261-4D5A-84FF-67F595178F57}" srcOrd="0" destOrd="1" presId="urn:microsoft.com/office/officeart/2024/layout/HorizontalActionList"/>
    <dgm:cxn modelId="{DEF6A043-5773-4056-BD8D-9F8B59CCAAA1}" type="presParOf" srcId="{61C5E714-82CB-40E7-9FCA-DB89F71C8D85}" destId="{FDFD0C88-9C8D-4FDB-8257-6AED874D607B}" srcOrd="0" destOrd="0" presId="urn:microsoft.com/office/officeart/2024/layout/HorizontalActionList"/>
    <dgm:cxn modelId="{930ED2E9-AE27-44AE-A9C7-09E9D046E5ED}" type="presParOf" srcId="{FDFD0C88-9C8D-4FDB-8257-6AED874D607B}" destId="{AE3CC4DD-DEF3-4B44-A7C7-D6E3228F2041}" srcOrd="0" destOrd="0" presId="urn:microsoft.com/office/officeart/2024/layout/HorizontalActionList"/>
    <dgm:cxn modelId="{91AD9D95-7399-4DB4-B247-A2EB7951E490}" type="presParOf" srcId="{FDFD0C88-9C8D-4FDB-8257-6AED874D607B}" destId="{51E4D88F-4241-4A1A-8513-C883AA24A03A}" srcOrd="1" destOrd="0" presId="urn:microsoft.com/office/officeart/2024/layout/HorizontalActionList"/>
    <dgm:cxn modelId="{CA9DB5C3-9687-4357-9BFA-CFDBBD6D31CF}" type="presParOf" srcId="{61C5E714-82CB-40E7-9FCA-DB89F71C8D85}" destId="{3AFC7F66-13C4-4BE6-8514-1FA9B7937C0C}" srcOrd="1" destOrd="0" presId="urn:microsoft.com/office/officeart/2024/layout/HorizontalActionList"/>
    <dgm:cxn modelId="{CF5261A5-1B35-4624-853F-A273B5746F07}" type="presParOf" srcId="{61C5E714-82CB-40E7-9FCA-DB89F71C8D85}" destId="{75A2D12D-B119-4A81-98AF-597F743F065A}" srcOrd="2" destOrd="0" presId="urn:microsoft.com/office/officeart/2024/layout/HorizontalActionList"/>
    <dgm:cxn modelId="{1AD98826-699C-4AC6-B490-FEC43B4B126A}" type="presParOf" srcId="{75A2D12D-B119-4A81-98AF-597F743F065A}" destId="{CA375BAA-68AB-4954-81E9-0F4D9BACAD6F}" srcOrd="0" destOrd="0" presId="urn:microsoft.com/office/officeart/2024/layout/HorizontalActionList"/>
    <dgm:cxn modelId="{BAA98457-7CAA-4D08-B512-099B2F4D9174}" type="presParOf" srcId="{75A2D12D-B119-4A81-98AF-597F743F065A}" destId="{0A85AE63-6261-4D5A-84FF-67F595178F57}" srcOrd="1" destOrd="0" presId="urn:microsoft.com/office/officeart/2024/layout/HorizontalActionList"/>
    <dgm:cxn modelId="{9AE46787-CFA2-4F51-AE30-686F7C91BB94}" type="presParOf" srcId="{61C5E714-82CB-40E7-9FCA-DB89F71C8D85}" destId="{90BE9848-E3BB-4C4A-ADF1-FF933ECB6CE0}" srcOrd="3" destOrd="0" presId="urn:microsoft.com/office/officeart/2024/layout/HorizontalActionList"/>
    <dgm:cxn modelId="{CDD64E5D-6CDE-4F01-BD82-A76761D67756}" type="presParOf" srcId="{61C5E714-82CB-40E7-9FCA-DB89F71C8D85}" destId="{DA116F6A-2DD2-4D5A-8A6A-23A4E4CB9696}" srcOrd="4" destOrd="0" presId="urn:microsoft.com/office/officeart/2024/layout/HorizontalActionList"/>
    <dgm:cxn modelId="{03BCC10B-76F4-4754-9DBA-7DC7515CC03F}" type="presParOf" srcId="{DA116F6A-2DD2-4D5A-8A6A-23A4E4CB9696}" destId="{C16F4773-4056-4BAA-A868-E2C781059CA7}" srcOrd="0" destOrd="0" presId="urn:microsoft.com/office/officeart/2024/layout/HorizontalActionList"/>
    <dgm:cxn modelId="{3E9D7824-4993-4ED1-ACD3-8AB9B1173464}" type="presParOf" srcId="{DA116F6A-2DD2-4D5A-8A6A-23A4E4CB9696}" destId="{849722BE-1603-4B9B-8278-1777D6034CFA}" srcOrd="1" destOrd="0" presId="urn:microsoft.com/office/officeart/2024/layout/Horizontal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E8C3B2-4B61-4595-AAFD-0415C755490E}">
      <dsp:nvSpPr>
        <dsp:cNvPr id="0" name=""/>
        <dsp:cNvSpPr/>
      </dsp:nvSpPr>
      <dsp:spPr>
        <a:xfrm>
          <a:off x="794627" y="0"/>
          <a:ext cx="9005782" cy="514507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E67423-36E3-4FA3-B664-9CED0A667147}">
      <dsp:nvSpPr>
        <dsp:cNvPr id="0" name=""/>
        <dsp:cNvSpPr/>
      </dsp:nvSpPr>
      <dsp:spPr>
        <a:xfrm>
          <a:off x="129" y="1543521"/>
          <a:ext cx="1550455" cy="20580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ja-JP" altLang="en-US" sz="1800" kern="1200"/>
            <a:t>課題公開</a:t>
          </a:r>
          <a:endParaRPr kumimoji="1" lang="ja-JP" altLang="en-US" sz="1800" kern="1200"/>
        </a:p>
      </dsp:txBody>
      <dsp:txXfrm>
        <a:off x="75816" y="1619208"/>
        <a:ext cx="1399081" cy="1906654"/>
      </dsp:txXfrm>
    </dsp:sp>
    <dsp:sp modelId="{5407F48B-4A9D-45A4-A7D5-19B1B6CE9850}">
      <dsp:nvSpPr>
        <dsp:cNvPr id="0" name=""/>
        <dsp:cNvSpPr/>
      </dsp:nvSpPr>
      <dsp:spPr>
        <a:xfrm>
          <a:off x="1808994" y="1543521"/>
          <a:ext cx="1550455" cy="20580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ja-JP" altLang="en-US" sz="1800" kern="1200"/>
            <a:t>対象分析</a:t>
          </a:r>
          <a:endParaRPr kumimoji="1" lang="ja-JP" altLang="en-US" sz="1800" kern="1200"/>
        </a:p>
      </dsp:txBody>
      <dsp:txXfrm>
        <a:off x="1884681" y="1619208"/>
        <a:ext cx="1399081" cy="1906654"/>
      </dsp:txXfrm>
    </dsp:sp>
    <dsp:sp modelId="{FF0D8996-4301-43FE-B915-EF9870A036F7}">
      <dsp:nvSpPr>
        <dsp:cNvPr id="0" name=""/>
        <dsp:cNvSpPr/>
      </dsp:nvSpPr>
      <dsp:spPr>
        <a:xfrm>
          <a:off x="3617858" y="1543521"/>
          <a:ext cx="1550455" cy="20580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ja-JP" altLang="en-US" sz="1800" kern="1200"/>
            <a:t>テスト</a:t>
          </a:r>
          <a:endParaRPr lang="en-US" altLang="ja-JP" sz="1800" kern="1200"/>
        </a:p>
        <a:p>
          <a:pPr marL="0" lvl="0" indent="0" algn="ctr" defTabSz="800100">
            <a:lnSpc>
              <a:spcPct val="90000"/>
            </a:lnSpc>
            <a:spcBef>
              <a:spcPct val="0"/>
            </a:spcBef>
            <a:spcAft>
              <a:spcPct val="35000"/>
            </a:spcAft>
            <a:buNone/>
          </a:pPr>
          <a:r>
            <a:rPr lang="ja-JP" altLang="en-US" sz="1800" kern="1200"/>
            <a:t>観点抽出</a:t>
          </a:r>
        </a:p>
      </dsp:txBody>
      <dsp:txXfrm>
        <a:off x="3693545" y="1619208"/>
        <a:ext cx="1399081" cy="1906654"/>
      </dsp:txXfrm>
    </dsp:sp>
    <dsp:sp modelId="{388ED6D7-9A18-4CF2-B358-B5755D566BD9}">
      <dsp:nvSpPr>
        <dsp:cNvPr id="0" name=""/>
        <dsp:cNvSpPr/>
      </dsp:nvSpPr>
      <dsp:spPr>
        <a:xfrm>
          <a:off x="5426723" y="1543521"/>
          <a:ext cx="1550455" cy="20580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ja-JP" altLang="en-US" sz="1800" kern="1200"/>
            <a:t>テスト</a:t>
          </a:r>
          <a:endParaRPr lang="en-US" altLang="ja-JP" sz="1800" kern="1200"/>
        </a:p>
        <a:p>
          <a:pPr marL="0" lvl="0" indent="0" algn="ctr" defTabSz="800100">
            <a:lnSpc>
              <a:spcPct val="90000"/>
            </a:lnSpc>
            <a:spcBef>
              <a:spcPct val="0"/>
            </a:spcBef>
            <a:spcAft>
              <a:spcPct val="35000"/>
            </a:spcAft>
            <a:buNone/>
          </a:pPr>
          <a:r>
            <a:rPr lang="ja-JP" altLang="en-US" sz="1800" kern="1200"/>
            <a:t>設計</a:t>
          </a:r>
        </a:p>
      </dsp:txBody>
      <dsp:txXfrm>
        <a:off x="5502410" y="1619208"/>
        <a:ext cx="1399081" cy="1906654"/>
      </dsp:txXfrm>
    </dsp:sp>
    <dsp:sp modelId="{3853BF1C-ED55-473B-BCBE-C2D97C7FBC24}">
      <dsp:nvSpPr>
        <dsp:cNvPr id="0" name=""/>
        <dsp:cNvSpPr/>
      </dsp:nvSpPr>
      <dsp:spPr>
        <a:xfrm>
          <a:off x="7235588" y="1543521"/>
          <a:ext cx="1550455" cy="20580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ja-JP" altLang="en-US" sz="1800" kern="1200"/>
            <a:t>成果物</a:t>
          </a:r>
          <a:endParaRPr lang="en-US" altLang="ja-JP" sz="1800" kern="1200"/>
        </a:p>
        <a:p>
          <a:pPr marL="0" lvl="0" indent="0" algn="ctr" defTabSz="800100">
            <a:lnSpc>
              <a:spcPct val="90000"/>
            </a:lnSpc>
            <a:spcBef>
              <a:spcPct val="0"/>
            </a:spcBef>
            <a:spcAft>
              <a:spcPct val="35000"/>
            </a:spcAft>
            <a:buNone/>
          </a:pPr>
          <a:r>
            <a:rPr lang="ja-JP" altLang="en-US" sz="1800" kern="1200"/>
            <a:t>作成</a:t>
          </a:r>
          <a:endParaRPr kumimoji="1" lang="ja-JP" altLang="en-US" sz="1800" kern="1200"/>
        </a:p>
      </dsp:txBody>
      <dsp:txXfrm>
        <a:off x="7311275" y="1619208"/>
        <a:ext cx="1399081" cy="1906654"/>
      </dsp:txXfrm>
    </dsp:sp>
    <dsp:sp modelId="{F81D58F8-F117-4D55-AF01-7DE242E02A87}">
      <dsp:nvSpPr>
        <dsp:cNvPr id="0" name=""/>
        <dsp:cNvSpPr/>
      </dsp:nvSpPr>
      <dsp:spPr>
        <a:xfrm>
          <a:off x="9044453" y="1543521"/>
          <a:ext cx="1550455" cy="20580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ja-JP" altLang="en-US" sz="1800" kern="1200"/>
            <a:t>発表</a:t>
          </a:r>
          <a:endParaRPr lang="en-US" altLang="ja-JP" sz="1800" kern="1200"/>
        </a:p>
        <a:p>
          <a:pPr marL="0" lvl="0" indent="0" algn="ctr" defTabSz="800100">
            <a:lnSpc>
              <a:spcPct val="90000"/>
            </a:lnSpc>
            <a:spcBef>
              <a:spcPct val="0"/>
            </a:spcBef>
            <a:spcAft>
              <a:spcPct val="35000"/>
            </a:spcAft>
            <a:buNone/>
          </a:pPr>
          <a:r>
            <a:rPr lang="en-US" altLang="ja-JP" sz="1800" kern="1200"/>
            <a:t>(</a:t>
          </a:r>
          <a:r>
            <a:rPr lang="ja-JP" altLang="en-US" sz="1800" kern="1200"/>
            <a:t>審査</a:t>
          </a:r>
          <a:r>
            <a:rPr lang="en-US" altLang="ja-JP" sz="1800" kern="1200"/>
            <a:t>)</a:t>
          </a:r>
          <a:endParaRPr kumimoji="1" lang="ja-JP" altLang="en-US" sz="1800" kern="1200"/>
        </a:p>
      </dsp:txBody>
      <dsp:txXfrm>
        <a:off x="9120140" y="1619208"/>
        <a:ext cx="1399081" cy="19066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303131-5780-454B-97B3-B2AF05637837}">
      <dsp:nvSpPr>
        <dsp:cNvPr id="0" name=""/>
        <dsp:cNvSpPr/>
      </dsp:nvSpPr>
      <dsp:spPr>
        <a:xfrm rot="5400000">
          <a:off x="4406212" y="-2861230"/>
          <a:ext cx="859895" cy="6583680"/>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021" tIns="84939" rIns="86021" bIns="84939" numCol="1" spcCol="1270" anchor="ctr" anchorCtr="0">
          <a:noAutofit/>
        </a:bodyPr>
        <a:lstStyle/>
        <a:p>
          <a:pPr marL="0" lvl="0" indent="0" algn="l" defTabSz="488950">
            <a:lnSpc>
              <a:spcPct val="90000"/>
            </a:lnSpc>
            <a:spcBef>
              <a:spcPct val="0"/>
            </a:spcBef>
            <a:spcAft>
              <a:spcPct val="35000"/>
            </a:spcAft>
            <a:buNone/>
          </a:pPr>
          <a:r>
            <a:rPr lang="ja-JP" altLang="en-US" sz="1100" b="0" i="0" kern="1200"/>
            <a:t>テスト開発プロセス及び成果物の全体像を示したもの</a:t>
          </a:r>
          <a:endParaRPr kumimoji="1" lang="ja-JP" altLang="en-US" sz="1100" kern="1200"/>
        </a:p>
      </dsp:txBody>
      <dsp:txXfrm rot="16200000">
        <a:off x="25185" y="25847"/>
        <a:ext cx="1600415" cy="809525"/>
      </dsp:txXfrm>
    </dsp:sp>
    <dsp:sp modelId="{5912ED40-CC0E-4564-AC26-F20CA5073D24}">
      <dsp:nvSpPr>
        <dsp:cNvPr id="0" name=""/>
        <dsp:cNvSpPr/>
      </dsp:nvSpPr>
      <dsp:spPr>
        <a:xfrm>
          <a:off x="1625599" y="661"/>
          <a:ext cx="6502400" cy="85989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37634" tIns="84939" rIns="137634" bIns="84939" numCol="1" spcCol="1270" anchor="ctr" anchorCtr="0">
          <a:noAutofit/>
        </a:bodyPr>
        <a:lstStyle/>
        <a:p>
          <a:pPr marL="0" lvl="0" indent="0" algn="l" defTabSz="400050">
            <a:lnSpc>
              <a:spcPct val="90000"/>
            </a:lnSpc>
            <a:spcBef>
              <a:spcPct val="0"/>
            </a:spcBef>
            <a:spcAft>
              <a:spcPct val="35000"/>
            </a:spcAft>
            <a:buNone/>
          </a:pPr>
          <a:r>
            <a:rPr lang="ja-JP" altLang="en-US" sz="900" b="0" i="0" kern="1200"/>
            <a:t>成果物がどのようなプロセスで作成されたかが分かる、全体の流れが俯瞰できる資料</a:t>
          </a:r>
          <a:endParaRPr lang="en-US" altLang="ja-JP" sz="900" b="0" i="0" kern="1200"/>
        </a:p>
        <a:p>
          <a:pPr marL="0" lvl="0" indent="0" algn="l" defTabSz="400050">
            <a:lnSpc>
              <a:spcPct val="90000"/>
            </a:lnSpc>
            <a:spcBef>
              <a:spcPct val="0"/>
            </a:spcBef>
            <a:spcAft>
              <a:spcPct val="35000"/>
            </a:spcAft>
            <a:buNone/>
          </a:pPr>
          <a:r>
            <a:rPr lang="ja-JP" altLang="en-US" sz="900" b="0" i="0" kern="1200"/>
            <a:t>プロセスと成果物の関係がわかるもの</a:t>
          </a:r>
          <a:endParaRPr kumimoji="1" lang="ja-JP" altLang="en-US" sz="900" kern="1200"/>
        </a:p>
      </dsp:txBody>
      <dsp:txXfrm>
        <a:off x="1625599" y="661"/>
        <a:ext cx="6502400" cy="859895"/>
      </dsp:txXfrm>
    </dsp:sp>
    <dsp:sp modelId="{28E64D60-0F3A-4453-AE99-5CA32F433959}">
      <dsp:nvSpPr>
        <dsp:cNvPr id="0" name=""/>
        <dsp:cNvSpPr/>
      </dsp:nvSpPr>
      <dsp:spPr>
        <a:xfrm rot="16200000">
          <a:off x="382852" y="-382190"/>
          <a:ext cx="859895" cy="1625600"/>
        </a:xfrm>
        <a:prstGeom prst="round2SameRect">
          <a:avLst>
            <a:gd name="adj1" fmla="val 1000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021" tIns="84939" rIns="86021" bIns="84939" numCol="1" spcCol="1270" anchor="ctr" anchorCtr="0">
          <a:noAutofit/>
        </a:bodyPr>
        <a:lstStyle/>
        <a:p>
          <a:pPr marL="0" lvl="0" indent="0" algn="l" defTabSz="488950">
            <a:lnSpc>
              <a:spcPct val="90000"/>
            </a:lnSpc>
            <a:spcBef>
              <a:spcPct val="0"/>
            </a:spcBef>
            <a:spcAft>
              <a:spcPct val="35000"/>
            </a:spcAft>
            <a:buNone/>
          </a:pPr>
          <a:r>
            <a:rPr lang="ja-JP" altLang="en-US" sz="1100" b="0" i="0" kern="1200"/>
            <a:t>テスト開発プロセス及び成果物の全体像を示したもの</a:t>
          </a:r>
          <a:endParaRPr kumimoji="1" lang="ja-JP" altLang="en-US" sz="1100" kern="1200"/>
        </a:p>
      </dsp:txBody>
      <dsp:txXfrm rot="5400000">
        <a:off x="25185" y="25847"/>
        <a:ext cx="1600415" cy="809525"/>
      </dsp:txXfrm>
    </dsp:sp>
    <dsp:sp modelId="{B30E0E68-4A75-48B1-B6F0-DC346A5E28C0}">
      <dsp:nvSpPr>
        <dsp:cNvPr id="0" name=""/>
        <dsp:cNvSpPr/>
      </dsp:nvSpPr>
      <dsp:spPr>
        <a:xfrm rot="5400000">
          <a:off x="4406212" y="-1949740"/>
          <a:ext cx="859895" cy="6583680"/>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021" tIns="84939" rIns="86021" bIns="84939" numCol="1" spcCol="1270" anchor="ctr" anchorCtr="0">
          <a:noAutofit/>
        </a:bodyPr>
        <a:lstStyle/>
        <a:p>
          <a:pPr marL="0" lvl="0" indent="0" algn="l" defTabSz="488950">
            <a:lnSpc>
              <a:spcPct val="90000"/>
            </a:lnSpc>
            <a:spcBef>
              <a:spcPct val="0"/>
            </a:spcBef>
            <a:spcAft>
              <a:spcPct val="35000"/>
            </a:spcAft>
            <a:buNone/>
          </a:pPr>
          <a:r>
            <a:rPr lang="ja-JP" altLang="en-US" sz="1100" b="0" i="0" kern="1200"/>
            <a:t>テスト要求分析の成果物</a:t>
          </a:r>
          <a:endParaRPr kumimoji="1" lang="ja-JP" altLang="en-US" sz="1100" kern="1200"/>
        </a:p>
      </dsp:txBody>
      <dsp:txXfrm rot="16200000">
        <a:off x="25185" y="937337"/>
        <a:ext cx="1600415" cy="809525"/>
      </dsp:txXfrm>
    </dsp:sp>
    <dsp:sp modelId="{E53D683D-DD02-4FB4-9D7E-822512950488}">
      <dsp:nvSpPr>
        <dsp:cNvPr id="0" name=""/>
        <dsp:cNvSpPr/>
      </dsp:nvSpPr>
      <dsp:spPr>
        <a:xfrm>
          <a:off x="1625599" y="912151"/>
          <a:ext cx="6502400" cy="85989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37634" tIns="84939" rIns="137634" bIns="84939" numCol="1" spcCol="1270" anchor="ctr" anchorCtr="0">
          <a:noAutofit/>
        </a:bodyPr>
        <a:lstStyle/>
        <a:p>
          <a:pPr marL="0" lvl="0" indent="0" algn="l" defTabSz="400050">
            <a:lnSpc>
              <a:spcPct val="90000"/>
            </a:lnSpc>
            <a:spcBef>
              <a:spcPct val="0"/>
            </a:spcBef>
            <a:spcAft>
              <a:spcPct val="35000"/>
            </a:spcAft>
            <a:buNone/>
          </a:pPr>
          <a:r>
            <a:rPr lang="ja-JP" altLang="en-US" sz="900" b="0" i="0" kern="1200"/>
            <a:t>テスト観点の一覧を示した成果物</a:t>
          </a:r>
          <a:endParaRPr lang="en-US" altLang="ja-JP" sz="900" b="0" i="0" kern="1200"/>
        </a:p>
        <a:p>
          <a:pPr marL="0" lvl="0" indent="0" algn="l" defTabSz="400050">
            <a:lnSpc>
              <a:spcPct val="90000"/>
            </a:lnSpc>
            <a:spcBef>
              <a:spcPct val="0"/>
            </a:spcBef>
            <a:spcAft>
              <a:spcPct val="35000"/>
            </a:spcAft>
            <a:buNone/>
          </a:pPr>
          <a:r>
            <a:rPr lang="ja-JP" altLang="en-US" sz="900" b="0" i="0" kern="1200"/>
            <a:t>テスト設計仕様、テスト観点の一覧表、マインドマップ、</a:t>
          </a:r>
          <a:r>
            <a:rPr lang="en-US" altLang="ja-JP" sz="900" b="0" i="0" kern="1200"/>
            <a:t>NGT</a:t>
          </a:r>
          <a:r>
            <a:rPr lang="ja-JP" altLang="en-US" sz="900" b="0" i="0" kern="1200"/>
            <a:t>など</a:t>
          </a:r>
          <a:br>
            <a:rPr lang="ja-JP" altLang="en-US" sz="900" kern="1200"/>
          </a:br>
          <a:r>
            <a:rPr lang="ja-JP" altLang="en-US" sz="900" b="0" i="0" kern="1200"/>
            <a:t>また、それをどのように導いたのかの説明</a:t>
          </a:r>
          <a:endParaRPr kumimoji="1" lang="ja-JP" altLang="en-US" sz="900" kern="1200"/>
        </a:p>
      </dsp:txBody>
      <dsp:txXfrm>
        <a:off x="1625599" y="912151"/>
        <a:ext cx="6502400" cy="859895"/>
      </dsp:txXfrm>
    </dsp:sp>
    <dsp:sp modelId="{CFF70C7F-F494-4D67-B3A7-9DBF8EDE341C}">
      <dsp:nvSpPr>
        <dsp:cNvPr id="0" name=""/>
        <dsp:cNvSpPr/>
      </dsp:nvSpPr>
      <dsp:spPr>
        <a:xfrm rot="16200000">
          <a:off x="382852" y="529299"/>
          <a:ext cx="859895" cy="1625600"/>
        </a:xfrm>
        <a:prstGeom prst="round2SameRect">
          <a:avLst>
            <a:gd name="adj1" fmla="val 1000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021" tIns="84939" rIns="86021" bIns="84939" numCol="1" spcCol="1270" anchor="ctr" anchorCtr="0">
          <a:noAutofit/>
        </a:bodyPr>
        <a:lstStyle/>
        <a:p>
          <a:pPr marL="0" lvl="0" indent="0" algn="l" defTabSz="488950">
            <a:lnSpc>
              <a:spcPct val="90000"/>
            </a:lnSpc>
            <a:spcBef>
              <a:spcPct val="0"/>
            </a:spcBef>
            <a:spcAft>
              <a:spcPct val="35000"/>
            </a:spcAft>
            <a:buNone/>
          </a:pPr>
          <a:r>
            <a:rPr lang="ja-JP" altLang="en-US" sz="1100" b="0" i="0" kern="1200"/>
            <a:t>テスト要求分析の成果物</a:t>
          </a:r>
          <a:endParaRPr kumimoji="1" lang="ja-JP" altLang="en-US" sz="1100" kern="1200"/>
        </a:p>
      </dsp:txBody>
      <dsp:txXfrm rot="5400000">
        <a:off x="25185" y="937337"/>
        <a:ext cx="1600415" cy="809525"/>
      </dsp:txXfrm>
    </dsp:sp>
    <dsp:sp modelId="{E044A8C0-407A-4197-9CFA-5C7B0D2D8890}">
      <dsp:nvSpPr>
        <dsp:cNvPr id="0" name=""/>
        <dsp:cNvSpPr/>
      </dsp:nvSpPr>
      <dsp:spPr>
        <a:xfrm rot="5400000">
          <a:off x="4406212" y="-1038251"/>
          <a:ext cx="859895" cy="6583680"/>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021" tIns="84939" rIns="86021" bIns="84939" numCol="1" spcCol="1270" anchor="ctr" anchorCtr="0">
          <a:noAutofit/>
        </a:bodyPr>
        <a:lstStyle/>
        <a:p>
          <a:pPr marL="0" lvl="0" indent="0" algn="l" defTabSz="488950">
            <a:lnSpc>
              <a:spcPct val="90000"/>
            </a:lnSpc>
            <a:spcBef>
              <a:spcPct val="0"/>
            </a:spcBef>
            <a:spcAft>
              <a:spcPct val="35000"/>
            </a:spcAft>
            <a:buNone/>
          </a:pPr>
          <a:r>
            <a:rPr lang="ja-JP" altLang="en-US" sz="1100" b="0" i="0" kern="1200"/>
            <a:t>テストアーキテクチャ設計の成果物</a:t>
          </a:r>
          <a:endParaRPr kumimoji="1" lang="ja-JP" altLang="en-US" sz="1100" kern="1200"/>
        </a:p>
      </dsp:txBody>
      <dsp:txXfrm rot="16200000">
        <a:off x="25185" y="1848826"/>
        <a:ext cx="1600415" cy="809525"/>
      </dsp:txXfrm>
    </dsp:sp>
    <dsp:sp modelId="{C41DC332-17EA-4F5B-ACD2-BFDAA7F519A6}">
      <dsp:nvSpPr>
        <dsp:cNvPr id="0" name=""/>
        <dsp:cNvSpPr/>
      </dsp:nvSpPr>
      <dsp:spPr>
        <a:xfrm>
          <a:off x="1625599" y="1823640"/>
          <a:ext cx="6502400" cy="85989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37634" tIns="84939" rIns="137634" bIns="84939" numCol="1" spcCol="1270" anchor="ctr" anchorCtr="0">
          <a:noAutofit/>
        </a:bodyPr>
        <a:lstStyle/>
        <a:p>
          <a:pPr marL="0" lvl="0" indent="0" algn="l" defTabSz="400050">
            <a:lnSpc>
              <a:spcPct val="90000"/>
            </a:lnSpc>
            <a:spcBef>
              <a:spcPct val="0"/>
            </a:spcBef>
            <a:spcAft>
              <a:spcPct val="35000"/>
            </a:spcAft>
            <a:buNone/>
          </a:pPr>
          <a:r>
            <a:rPr lang="ja-JP" altLang="en-US" sz="900" b="0" i="0" kern="1200"/>
            <a:t>テストの全体像をわかりやすく整理した成果物</a:t>
          </a:r>
          <a:endParaRPr lang="en-US" altLang="ja-JP" sz="900" b="0" i="0" kern="1200"/>
        </a:p>
        <a:p>
          <a:pPr marL="0" lvl="0" indent="0" algn="l" defTabSz="400050">
            <a:lnSpc>
              <a:spcPct val="90000"/>
            </a:lnSpc>
            <a:spcBef>
              <a:spcPct val="0"/>
            </a:spcBef>
            <a:spcAft>
              <a:spcPct val="35000"/>
            </a:spcAft>
            <a:buNone/>
          </a:pPr>
          <a:r>
            <a:rPr lang="ja-JP" altLang="en-US" sz="900" b="0" i="0" kern="1200"/>
            <a:t>テスト観点の全体像をなにがしかの関心事に沿ってモデル化したもの テストコンテナの関連性を示した図、</a:t>
          </a:r>
          <a:r>
            <a:rPr lang="en-US" altLang="ja-JP" sz="900" b="0" i="0" kern="1200"/>
            <a:t>FV</a:t>
          </a:r>
          <a:r>
            <a:rPr lang="ja-JP" altLang="en-US" sz="900" b="0" i="0" kern="1200"/>
            <a:t>表、ゆもつよメソッドなど</a:t>
          </a:r>
          <a:br>
            <a:rPr lang="ja-JP" altLang="en-US" sz="900" b="0" i="0" kern="1200"/>
          </a:br>
          <a:r>
            <a:rPr lang="ja-JP" altLang="en-US" sz="900" b="0" i="0" kern="1200"/>
            <a:t>また、それをどのように導いたのかの説明</a:t>
          </a:r>
          <a:endParaRPr kumimoji="1" lang="ja-JP" altLang="en-US" sz="900" kern="1200"/>
        </a:p>
      </dsp:txBody>
      <dsp:txXfrm>
        <a:off x="1625599" y="1823640"/>
        <a:ext cx="6502400" cy="859895"/>
      </dsp:txXfrm>
    </dsp:sp>
    <dsp:sp modelId="{EF312D53-0E1C-4AD3-BF8D-865ECD624658}">
      <dsp:nvSpPr>
        <dsp:cNvPr id="0" name=""/>
        <dsp:cNvSpPr/>
      </dsp:nvSpPr>
      <dsp:spPr>
        <a:xfrm rot="16200000">
          <a:off x="382852" y="1440788"/>
          <a:ext cx="859895" cy="1625600"/>
        </a:xfrm>
        <a:prstGeom prst="round2SameRect">
          <a:avLst>
            <a:gd name="adj1" fmla="val 1000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021" tIns="84939" rIns="86021" bIns="84939" numCol="1" spcCol="1270" anchor="ctr" anchorCtr="0">
          <a:noAutofit/>
        </a:bodyPr>
        <a:lstStyle/>
        <a:p>
          <a:pPr marL="0" lvl="0" indent="0" algn="l" defTabSz="488950">
            <a:lnSpc>
              <a:spcPct val="90000"/>
            </a:lnSpc>
            <a:spcBef>
              <a:spcPct val="0"/>
            </a:spcBef>
            <a:spcAft>
              <a:spcPct val="35000"/>
            </a:spcAft>
            <a:buNone/>
          </a:pPr>
          <a:r>
            <a:rPr lang="ja-JP" altLang="en-US" sz="1100" b="0" i="0" kern="1200"/>
            <a:t>テストアーキテクチャ設計の成果物</a:t>
          </a:r>
          <a:endParaRPr kumimoji="1" lang="ja-JP" altLang="en-US" sz="1100" kern="1200"/>
        </a:p>
      </dsp:txBody>
      <dsp:txXfrm rot="5400000">
        <a:off x="25185" y="1848826"/>
        <a:ext cx="1600415" cy="809525"/>
      </dsp:txXfrm>
    </dsp:sp>
    <dsp:sp modelId="{15D0BB53-849B-4A81-8E87-C86B62C88C90}">
      <dsp:nvSpPr>
        <dsp:cNvPr id="0" name=""/>
        <dsp:cNvSpPr/>
      </dsp:nvSpPr>
      <dsp:spPr>
        <a:xfrm rot="5400000">
          <a:off x="4406212" y="-126761"/>
          <a:ext cx="859895" cy="6583680"/>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021" tIns="84939" rIns="86021" bIns="84939" numCol="1" spcCol="1270" anchor="ctr" anchorCtr="0">
          <a:noAutofit/>
        </a:bodyPr>
        <a:lstStyle/>
        <a:p>
          <a:pPr marL="0" lvl="0" indent="0" algn="l" defTabSz="488950">
            <a:lnSpc>
              <a:spcPct val="90000"/>
            </a:lnSpc>
            <a:spcBef>
              <a:spcPct val="0"/>
            </a:spcBef>
            <a:spcAft>
              <a:spcPct val="35000"/>
            </a:spcAft>
            <a:buNone/>
          </a:pPr>
          <a:r>
            <a:rPr lang="ja-JP" altLang="en-US" sz="1100" b="0" i="0" kern="1200"/>
            <a:t>テスト詳細設計の成果物</a:t>
          </a:r>
          <a:endParaRPr kumimoji="1" lang="ja-JP" altLang="en-US" sz="1100" kern="1200"/>
        </a:p>
      </dsp:txBody>
      <dsp:txXfrm rot="16200000">
        <a:off x="25185" y="2760316"/>
        <a:ext cx="1600415" cy="809525"/>
      </dsp:txXfrm>
    </dsp:sp>
    <dsp:sp modelId="{7FB4E023-BA05-4101-83E9-9B6813D27014}">
      <dsp:nvSpPr>
        <dsp:cNvPr id="0" name=""/>
        <dsp:cNvSpPr/>
      </dsp:nvSpPr>
      <dsp:spPr>
        <a:xfrm>
          <a:off x="1625599" y="2735130"/>
          <a:ext cx="6502400" cy="85989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37634" tIns="84939" rIns="137634" bIns="84939" numCol="1" spcCol="1270" anchor="ctr" anchorCtr="0">
          <a:noAutofit/>
        </a:bodyPr>
        <a:lstStyle/>
        <a:p>
          <a:pPr marL="0" lvl="0" indent="0" algn="l" defTabSz="400050">
            <a:lnSpc>
              <a:spcPct val="90000"/>
            </a:lnSpc>
            <a:spcBef>
              <a:spcPct val="0"/>
            </a:spcBef>
            <a:spcAft>
              <a:spcPct val="35000"/>
            </a:spcAft>
            <a:buNone/>
          </a:pPr>
          <a:r>
            <a:rPr lang="ja-JP" altLang="en-US" sz="900" b="0" i="0" kern="1200"/>
            <a:t>実際にテストを行うテストケースを記載した成果物</a:t>
          </a:r>
          <a:endParaRPr lang="en-US" altLang="ja-JP" sz="900" b="0" i="0" kern="1200"/>
        </a:p>
        <a:p>
          <a:pPr marL="0" lvl="0" indent="0" algn="l" defTabSz="400050">
            <a:lnSpc>
              <a:spcPct val="90000"/>
            </a:lnSpc>
            <a:spcBef>
              <a:spcPct val="0"/>
            </a:spcBef>
            <a:spcAft>
              <a:spcPct val="35000"/>
            </a:spcAft>
            <a:buNone/>
          </a:pPr>
          <a:r>
            <a:rPr lang="ja-JP" altLang="en-US" sz="900" b="0" i="0" kern="1200"/>
            <a:t>テスト設計技法などによって作成されたテストケース群</a:t>
          </a:r>
          <a:br>
            <a:rPr lang="en-US" altLang="ja-JP" sz="900" b="0" i="0" kern="1200"/>
          </a:br>
          <a:r>
            <a:rPr lang="ja-JP" altLang="en-US" sz="900" b="0" i="0" kern="1200"/>
            <a:t>また、テストケースのカバレッジについての説明</a:t>
          </a:r>
          <a:endParaRPr kumimoji="1" lang="ja-JP" altLang="en-US" sz="900" kern="1200"/>
        </a:p>
      </dsp:txBody>
      <dsp:txXfrm>
        <a:off x="1625599" y="2735130"/>
        <a:ext cx="6502400" cy="859895"/>
      </dsp:txXfrm>
    </dsp:sp>
    <dsp:sp modelId="{04B1963B-BB72-4F4E-AA58-321A0EB3B0DE}">
      <dsp:nvSpPr>
        <dsp:cNvPr id="0" name=""/>
        <dsp:cNvSpPr/>
      </dsp:nvSpPr>
      <dsp:spPr>
        <a:xfrm rot="16200000">
          <a:off x="382852" y="2352278"/>
          <a:ext cx="859895" cy="1625600"/>
        </a:xfrm>
        <a:prstGeom prst="round2SameRect">
          <a:avLst>
            <a:gd name="adj1" fmla="val 1000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021" tIns="84939" rIns="86021" bIns="84939" numCol="1" spcCol="1270" anchor="ctr" anchorCtr="0">
          <a:noAutofit/>
        </a:bodyPr>
        <a:lstStyle/>
        <a:p>
          <a:pPr marL="0" lvl="0" indent="0" algn="l" defTabSz="488950">
            <a:lnSpc>
              <a:spcPct val="90000"/>
            </a:lnSpc>
            <a:spcBef>
              <a:spcPct val="0"/>
            </a:spcBef>
            <a:spcAft>
              <a:spcPct val="35000"/>
            </a:spcAft>
            <a:buNone/>
          </a:pPr>
          <a:r>
            <a:rPr lang="ja-JP" altLang="en-US" sz="1100" b="0" i="0" kern="1200"/>
            <a:t>テスト詳細設計の成果物</a:t>
          </a:r>
          <a:endParaRPr kumimoji="1" lang="ja-JP" altLang="en-US" sz="1100" kern="1200"/>
        </a:p>
      </dsp:txBody>
      <dsp:txXfrm rot="5400000">
        <a:off x="25185" y="2760316"/>
        <a:ext cx="1600415" cy="809525"/>
      </dsp:txXfrm>
    </dsp:sp>
    <dsp:sp modelId="{76B503E2-32FC-4A06-A177-9A2D934D7D5A}">
      <dsp:nvSpPr>
        <dsp:cNvPr id="0" name=""/>
        <dsp:cNvSpPr/>
      </dsp:nvSpPr>
      <dsp:spPr>
        <a:xfrm rot="5400000">
          <a:off x="4406212" y="784727"/>
          <a:ext cx="859895" cy="6583680"/>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021" tIns="84939" rIns="86021" bIns="84939" numCol="1" spcCol="1270" anchor="ctr" anchorCtr="0">
          <a:noAutofit/>
        </a:bodyPr>
        <a:lstStyle/>
        <a:p>
          <a:pPr marL="0" lvl="0" indent="0" algn="l" defTabSz="488950">
            <a:lnSpc>
              <a:spcPct val="90000"/>
            </a:lnSpc>
            <a:spcBef>
              <a:spcPct val="0"/>
            </a:spcBef>
            <a:spcAft>
              <a:spcPct val="35000"/>
            </a:spcAft>
            <a:buNone/>
          </a:pPr>
          <a:r>
            <a:rPr lang="ja-JP" altLang="en-US" sz="1100" b="0" i="0" kern="1200"/>
            <a:t>テスト実装の成果物</a:t>
          </a:r>
          <a:endParaRPr kumimoji="1" lang="ja-JP" altLang="en-US" sz="1100" kern="1200"/>
        </a:p>
      </dsp:txBody>
      <dsp:txXfrm rot="16200000">
        <a:off x="25185" y="3671805"/>
        <a:ext cx="1600415" cy="809525"/>
      </dsp:txXfrm>
    </dsp:sp>
    <dsp:sp modelId="{E8C5CED4-94B9-4D4E-9D6E-C818D5ED914B}">
      <dsp:nvSpPr>
        <dsp:cNvPr id="0" name=""/>
        <dsp:cNvSpPr/>
      </dsp:nvSpPr>
      <dsp:spPr>
        <a:xfrm>
          <a:off x="1625599" y="3646620"/>
          <a:ext cx="6502400" cy="85989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37634" tIns="84939" rIns="137634" bIns="84939" numCol="1" spcCol="1270" anchor="ctr" anchorCtr="0">
          <a:noAutofit/>
        </a:bodyPr>
        <a:lstStyle/>
        <a:p>
          <a:pPr marL="0" lvl="0" indent="0" algn="l" defTabSz="400050">
            <a:lnSpc>
              <a:spcPct val="90000"/>
            </a:lnSpc>
            <a:spcBef>
              <a:spcPct val="0"/>
            </a:spcBef>
            <a:spcAft>
              <a:spcPct val="35000"/>
            </a:spcAft>
            <a:buNone/>
          </a:pPr>
          <a:r>
            <a:rPr lang="ja-JP" altLang="en-US" sz="900" b="0" i="0" kern="1200"/>
            <a:t>テストケースを実行可能な状態に実装した成果物</a:t>
          </a:r>
          <a:endParaRPr lang="en-US" altLang="ja-JP" sz="900" b="0" i="0" kern="1200"/>
        </a:p>
        <a:p>
          <a:pPr marL="0" lvl="0" indent="0" algn="l" defTabSz="400050">
            <a:lnSpc>
              <a:spcPct val="90000"/>
            </a:lnSpc>
            <a:spcBef>
              <a:spcPct val="0"/>
            </a:spcBef>
            <a:spcAft>
              <a:spcPct val="35000"/>
            </a:spcAft>
            <a:buNone/>
          </a:pPr>
          <a:r>
            <a:rPr lang="ja-JP" altLang="en-US" sz="900" b="0" i="0" kern="1200"/>
            <a:t>テストケースを実行可能に落とし込んだ</a:t>
          </a:r>
          <a:r>
            <a:rPr lang="en-US" altLang="ja-JP" sz="900" b="0" i="0" kern="1200"/>
            <a:t>(</a:t>
          </a:r>
          <a:r>
            <a:rPr lang="ja-JP" altLang="en-US" sz="900" b="0" i="0" kern="1200"/>
            <a:t>手動</a:t>
          </a:r>
          <a:r>
            <a:rPr lang="en-US" altLang="ja-JP" sz="900" b="0" i="0" kern="1200"/>
            <a:t>/</a:t>
          </a:r>
          <a:r>
            <a:rPr lang="ja-JP" altLang="en-US" sz="900" b="0" i="0" kern="1200"/>
            <a:t>自動</a:t>
          </a:r>
          <a:r>
            <a:rPr lang="en-US" altLang="ja-JP" sz="900" b="0" i="0" kern="1200"/>
            <a:t>)</a:t>
          </a:r>
          <a:r>
            <a:rPr lang="ja-JP" altLang="en-US" sz="900" b="0" i="0" kern="1200"/>
            <a:t>スクリプト</a:t>
          </a:r>
          <a:br>
            <a:rPr lang="en-US" altLang="ja-JP" sz="900" b="0" i="0" kern="1200"/>
          </a:br>
          <a:r>
            <a:rPr lang="ja-JP" altLang="en-US" sz="900" b="0" i="0" kern="1200"/>
            <a:t>また、テスト手順の想定実行時間についての説明</a:t>
          </a:r>
          <a:endParaRPr kumimoji="1" lang="ja-JP" altLang="en-US" sz="900" kern="1200"/>
        </a:p>
      </dsp:txBody>
      <dsp:txXfrm>
        <a:off x="1625599" y="3646620"/>
        <a:ext cx="6502400" cy="859895"/>
      </dsp:txXfrm>
    </dsp:sp>
    <dsp:sp modelId="{F7F8FE71-6364-44C6-81D6-E814DA508256}">
      <dsp:nvSpPr>
        <dsp:cNvPr id="0" name=""/>
        <dsp:cNvSpPr/>
      </dsp:nvSpPr>
      <dsp:spPr>
        <a:xfrm rot="16200000">
          <a:off x="382852" y="3263767"/>
          <a:ext cx="859895" cy="1625600"/>
        </a:xfrm>
        <a:prstGeom prst="round2SameRect">
          <a:avLst>
            <a:gd name="adj1" fmla="val 1000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021" tIns="84939" rIns="86021" bIns="84939" numCol="1" spcCol="1270" anchor="ctr" anchorCtr="0">
          <a:noAutofit/>
        </a:bodyPr>
        <a:lstStyle/>
        <a:p>
          <a:pPr marL="0" lvl="0" indent="0" algn="l" defTabSz="488950">
            <a:lnSpc>
              <a:spcPct val="90000"/>
            </a:lnSpc>
            <a:spcBef>
              <a:spcPct val="0"/>
            </a:spcBef>
            <a:spcAft>
              <a:spcPct val="35000"/>
            </a:spcAft>
            <a:buNone/>
          </a:pPr>
          <a:r>
            <a:rPr lang="ja-JP" altLang="en-US" sz="1100" b="0" i="0" kern="1200"/>
            <a:t>テスト実装の成果物</a:t>
          </a:r>
          <a:endParaRPr kumimoji="1" lang="ja-JP" altLang="en-US" sz="1100" kern="1200"/>
        </a:p>
      </dsp:txBody>
      <dsp:txXfrm rot="5400000">
        <a:off x="25185" y="3671805"/>
        <a:ext cx="1600415" cy="809525"/>
      </dsp:txXfrm>
    </dsp:sp>
    <dsp:sp modelId="{9D9F47A3-FB7E-42A8-A4F3-D32DA4AE2D19}">
      <dsp:nvSpPr>
        <dsp:cNvPr id="0" name=""/>
        <dsp:cNvSpPr/>
      </dsp:nvSpPr>
      <dsp:spPr>
        <a:xfrm rot="5400000">
          <a:off x="4406212" y="1696217"/>
          <a:ext cx="859895" cy="6583680"/>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021" tIns="84939" rIns="86021" bIns="84939" numCol="1" spcCol="1270" anchor="ctr" anchorCtr="0">
          <a:noAutofit/>
        </a:bodyPr>
        <a:lstStyle/>
        <a:p>
          <a:pPr marL="0" lvl="0" indent="0" algn="l" defTabSz="488950">
            <a:lnSpc>
              <a:spcPct val="90000"/>
            </a:lnSpc>
            <a:spcBef>
              <a:spcPct val="0"/>
            </a:spcBef>
            <a:spcAft>
              <a:spcPct val="35000"/>
            </a:spcAft>
            <a:buNone/>
          </a:pPr>
          <a:r>
            <a:rPr lang="ja-JP" altLang="en-US" sz="1100" b="0" i="0" kern="1200"/>
            <a:t>アピールシート</a:t>
          </a:r>
        </a:p>
      </dsp:txBody>
      <dsp:txXfrm rot="16200000">
        <a:off x="25185" y="4583295"/>
        <a:ext cx="1600415" cy="809525"/>
      </dsp:txXfrm>
    </dsp:sp>
    <dsp:sp modelId="{098939CD-7697-46C5-8C56-2266BDA49C9F}">
      <dsp:nvSpPr>
        <dsp:cNvPr id="0" name=""/>
        <dsp:cNvSpPr/>
      </dsp:nvSpPr>
      <dsp:spPr>
        <a:xfrm>
          <a:off x="1625599" y="4558109"/>
          <a:ext cx="6502400" cy="85989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37634" tIns="84939" rIns="137634" bIns="84939" numCol="1" spcCol="1270" anchor="ctr" anchorCtr="0">
          <a:noAutofit/>
        </a:bodyPr>
        <a:lstStyle/>
        <a:p>
          <a:pPr marL="0" lvl="0" indent="0" algn="l" defTabSz="400050">
            <a:lnSpc>
              <a:spcPct val="90000"/>
            </a:lnSpc>
            <a:spcBef>
              <a:spcPct val="0"/>
            </a:spcBef>
            <a:spcAft>
              <a:spcPct val="35000"/>
            </a:spcAft>
            <a:buNone/>
          </a:pPr>
          <a:r>
            <a:rPr lang="ja-JP" altLang="en-US" sz="900" b="0" i="0" kern="1200"/>
            <a:t>指定フォーマットで提出</a:t>
          </a:r>
        </a:p>
      </dsp:txBody>
      <dsp:txXfrm>
        <a:off x="1625599" y="4558109"/>
        <a:ext cx="6502400" cy="859895"/>
      </dsp:txXfrm>
    </dsp:sp>
    <dsp:sp modelId="{A56685B8-D2AD-4381-8B0F-9EA1FC505C11}">
      <dsp:nvSpPr>
        <dsp:cNvPr id="0" name=""/>
        <dsp:cNvSpPr/>
      </dsp:nvSpPr>
      <dsp:spPr>
        <a:xfrm rot="16200000">
          <a:off x="382852" y="4175257"/>
          <a:ext cx="859895" cy="1625600"/>
        </a:xfrm>
        <a:prstGeom prst="round2SameRect">
          <a:avLst>
            <a:gd name="adj1" fmla="val 1000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021" tIns="84939" rIns="86021" bIns="84939" numCol="1" spcCol="1270" anchor="ctr" anchorCtr="0">
          <a:noAutofit/>
        </a:bodyPr>
        <a:lstStyle/>
        <a:p>
          <a:pPr marL="0" lvl="0" indent="0" algn="l" defTabSz="488950">
            <a:lnSpc>
              <a:spcPct val="90000"/>
            </a:lnSpc>
            <a:spcBef>
              <a:spcPct val="0"/>
            </a:spcBef>
            <a:spcAft>
              <a:spcPct val="35000"/>
            </a:spcAft>
            <a:buNone/>
          </a:pPr>
          <a:r>
            <a:rPr lang="ja-JP" altLang="en-US" sz="1100" b="0" i="0" kern="1200"/>
            <a:t>アピールシート</a:t>
          </a:r>
        </a:p>
      </dsp:txBody>
      <dsp:txXfrm rot="5400000">
        <a:off x="25185" y="4583295"/>
        <a:ext cx="1600415" cy="80952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303131-5780-454B-97B3-B2AF05637837}">
      <dsp:nvSpPr>
        <dsp:cNvPr id="0" name=""/>
        <dsp:cNvSpPr/>
      </dsp:nvSpPr>
      <dsp:spPr>
        <a:xfrm rot="5400000">
          <a:off x="3968326" y="-2422313"/>
          <a:ext cx="1735666" cy="6583680"/>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021" tIns="171445" rIns="86021" bIns="171445" numCol="1" spcCol="1270" anchor="ctr" anchorCtr="0">
          <a:noAutofit/>
        </a:bodyPr>
        <a:lstStyle/>
        <a:p>
          <a:pPr marL="0" lvl="0" indent="0" algn="l" defTabSz="488950">
            <a:lnSpc>
              <a:spcPct val="90000"/>
            </a:lnSpc>
            <a:spcBef>
              <a:spcPct val="0"/>
            </a:spcBef>
            <a:spcAft>
              <a:spcPct val="35000"/>
            </a:spcAft>
            <a:buNone/>
          </a:pPr>
          <a:r>
            <a:rPr kumimoji="1" lang="ja-JP" altLang="en-US" sz="1100" kern="1200"/>
            <a:t>予選時に作成した成果物の更新</a:t>
          </a:r>
        </a:p>
      </dsp:txBody>
      <dsp:txXfrm rot="16200000">
        <a:off x="47612" y="49305"/>
        <a:ext cx="1577988" cy="1640442"/>
      </dsp:txXfrm>
    </dsp:sp>
    <dsp:sp modelId="{5912ED40-CC0E-4564-AC26-F20CA5073D24}">
      <dsp:nvSpPr>
        <dsp:cNvPr id="0" name=""/>
        <dsp:cNvSpPr/>
      </dsp:nvSpPr>
      <dsp:spPr>
        <a:xfrm>
          <a:off x="1625599" y="1693"/>
          <a:ext cx="6502400" cy="173566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37634" tIns="171445" rIns="137634" bIns="171445" numCol="1" spcCol="1270" anchor="ctr" anchorCtr="0">
          <a:noAutofit/>
        </a:bodyPr>
        <a:lstStyle/>
        <a:p>
          <a:pPr marL="0" lvl="0" indent="0" algn="l" defTabSz="488950">
            <a:lnSpc>
              <a:spcPct val="90000"/>
            </a:lnSpc>
            <a:spcBef>
              <a:spcPct val="0"/>
            </a:spcBef>
            <a:spcAft>
              <a:spcPct val="35000"/>
            </a:spcAft>
            <a:buNone/>
          </a:pPr>
          <a:r>
            <a:rPr lang="ja-JP" altLang="en-US" sz="1100" kern="1200"/>
            <a:t>予選で受けた審査員コメントを考慮して更新できる</a:t>
          </a:r>
          <a:endParaRPr lang="en-US" altLang="ja-JP" sz="1100" kern="1200"/>
        </a:p>
        <a:p>
          <a:pPr marL="0" lvl="0" indent="0" algn="l" defTabSz="488950">
            <a:lnSpc>
              <a:spcPct val="90000"/>
            </a:lnSpc>
            <a:spcBef>
              <a:spcPct val="0"/>
            </a:spcBef>
            <a:spcAft>
              <a:spcPct val="35000"/>
            </a:spcAft>
            <a:buNone/>
          </a:pPr>
          <a:r>
            <a:rPr lang="ja-JP" altLang="en-US" sz="1100" kern="1200"/>
            <a:t>更新履歴も審査対象になるため、更新内容と変更箇所を明らかにしたうえで更新</a:t>
          </a:r>
          <a:endParaRPr lang="en-US" altLang="ja-JP" sz="1100" kern="1200"/>
        </a:p>
        <a:p>
          <a:pPr marL="0" lvl="0" indent="0" algn="l" defTabSz="488950">
            <a:lnSpc>
              <a:spcPct val="90000"/>
            </a:lnSpc>
            <a:spcBef>
              <a:spcPct val="0"/>
            </a:spcBef>
            <a:spcAft>
              <a:spcPct val="35000"/>
            </a:spcAft>
            <a:buNone/>
          </a:pPr>
          <a:r>
            <a:rPr lang="ja-JP" altLang="en-US" sz="1100" b="0" i="0" kern="1200"/>
            <a:t>更新履歴のフォーマットは自由です</a:t>
          </a:r>
          <a:endParaRPr kumimoji="1" lang="ja-JP" altLang="en-US" sz="1100" kern="1200"/>
        </a:p>
      </dsp:txBody>
      <dsp:txXfrm>
        <a:off x="1625599" y="1693"/>
        <a:ext cx="6502400" cy="1735666"/>
      </dsp:txXfrm>
    </dsp:sp>
    <dsp:sp modelId="{28E64D60-0F3A-4453-AE99-5CA32F433959}">
      <dsp:nvSpPr>
        <dsp:cNvPr id="0" name=""/>
        <dsp:cNvSpPr/>
      </dsp:nvSpPr>
      <dsp:spPr>
        <a:xfrm rot="16200000">
          <a:off x="-55033" y="56726"/>
          <a:ext cx="1735666" cy="1625600"/>
        </a:xfrm>
        <a:prstGeom prst="round2SameRect">
          <a:avLst>
            <a:gd name="adj1" fmla="val 1000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021" tIns="171445" rIns="86021" bIns="171445" numCol="1" spcCol="1270" anchor="ctr" anchorCtr="0">
          <a:noAutofit/>
        </a:bodyPr>
        <a:lstStyle/>
        <a:p>
          <a:pPr marL="0" lvl="0" indent="0" algn="l" defTabSz="488950">
            <a:lnSpc>
              <a:spcPct val="90000"/>
            </a:lnSpc>
            <a:spcBef>
              <a:spcPct val="0"/>
            </a:spcBef>
            <a:spcAft>
              <a:spcPct val="35000"/>
            </a:spcAft>
            <a:buNone/>
          </a:pPr>
          <a:r>
            <a:rPr kumimoji="1" lang="ja-JP" altLang="en-US" sz="1100" kern="1200"/>
            <a:t>予選時に作成した成果物の更新</a:t>
          </a:r>
        </a:p>
      </dsp:txBody>
      <dsp:txXfrm rot="5400000">
        <a:off x="47612" y="49305"/>
        <a:ext cx="1577988" cy="1640442"/>
      </dsp:txXfrm>
    </dsp:sp>
    <dsp:sp modelId="{B30E0E68-4A75-48B1-B6F0-DC346A5E28C0}">
      <dsp:nvSpPr>
        <dsp:cNvPr id="0" name=""/>
        <dsp:cNvSpPr/>
      </dsp:nvSpPr>
      <dsp:spPr>
        <a:xfrm rot="5400000">
          <a:off x="3968326" y="-582506"/>
          <a:ext cx="1735666" cy="6583680"/>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021" tIns="171445" rIns="86021" bIns="171445" numCol="1" spcCol="1270" anchor="ctr" anchorCtr="0">
          <a:noAutofit/>
        </a:bodyPr>
        <a:lstStyle/>
        <a:p>
          <a:pPr marL="0" lvl="0" indent="0" algn="l" defTabSz="488950">
            <a:lnSpc>
              <a:spcPct val="90000"/>
            </a:lnSpc>
            <a:spcBef>
              <a:spcPct val="0"/>
            </a:spcBef>
            <a:spcAft>
              <a:spcPct val="35000"/>
            </a:spcAft>
            <a:buNone/>
          </a:pPr>
          <a:r>
            <a:rPr lang="ja-JP" altLang="en-US" sz="1100" b="0" i="0" kern="1200"/>
            <a:t>プレゼンテーション用資料</a:t>
          </a:r>
          <a:endParaRPr kumimoji="1" lang="ja-JP" altLang="en-US" sz="1100" kern="1200"/>
        </a:p>
      </dsp:txBody>
      <dsp:txXfrm rot="16200000">
        <a:off x="47612" y="1889112"/>
        <a:ext cx="1577988" cy="1640442"/>
      </dsp:txXfrm>
    </dsp:sp>
    <dsp:sp modelId="{E53D683D-DD02-4FB4-9D7E-822512950488}">
      <dsp:nvSpPr>
        <dsp:cNvPr id="0" name=""/>
        <dsp:cNvSpPr/>
      </dsp:nvSpPr>
      <dsp:spPr>
        <a:xfrm>
          <a:off x="1625599" y="1841500"/>
          <a:ext cx="6502400" cy="173566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37634" tIns="171445" rIns="137634" bIns="171445" numCol="1" spcCol="1270" anchor="ctr" anchorCtr="0">
          <a:noAutofit/>
        </a:bodyPr>
        <a:lstStyle/>
        <a:p>
          <a:pPr marL="0" lvl="0" indent="0" algn="l" defTabSz="488950">
            <a:lnSpc>
              <a:spcPct val="90000"/>
            </a:lnSpc>
            <a:spcBef>
              <a:spcPct val="0"/>
            </a:spcBef>
            <a:spcAft>
              <a:spcPct val="35000"/>
            </a:spcAft>
            <a:buNone/>
          </a:pPr>
          <a:r>
            <a:rPr lang="ja-JP" altLang="en-US" sz="1100" b="0" i="0" kern="1200"/>
            <a:t>テスト開発の内容を説明したプレゼンテーション用資料</a:t>
          </a:r>
          <a:endParaRPr lang="en-US" altLang="ja-JP" sz="1100" b="0" i="0" kern="1200"/>
        </a:p>
        <a:p>
          <a:pPr marL="0" lvl="0" indent="0" algn="l" defTabSz="488950">
            <a:lnSpc>
              <a:spcPct val="90000"/>
            </a:lnSpc>
            <a:spcBef>
              <a:spcPct val="0"/>
            </a:spcBef>
            <a:spcAft>
              <a:spcPct val="35000"/>
            </a:spcAft>
            <a:buNone/>
          </a:pPr>
          <a:r>
            <a:rPr lang="ja-JP" altLang="en-US" sz="1100" b="0" i="0" kern="1200"/>
            <a:t>テスト要求補足書に提示された要求を実現するために、どのようなテスト設計を行ったのか</a:t>
          </a:r>
          <a:br>
            <a:rPr lang="ja-JP" altLang="en-US" sz="1100" kern="1200"/>
          </a:br>
          <a:r>
            <a:rPr lang="ja-JP" altLang="en-US" sz="1100" b="0" i="0" kern="1200"/>
            <a:t>このプレゼンテーション用資料を使ってプレゼンテーションを代表者</a:t>
          </a:r>
          <a:r>
            <a:rPr lang="en-US" altLang="ja-JP" sz="1100" b="0" i="0" kern="1200"/>
            <a:t>1</a:t>
          </a:r>
          <a:r>
            <a:rPr lang="ja-JP" altLang="en-US" sz="1100" b="0" i="0" kern="1200"/>
            <a:t>名が行う</a:t>
          </a:r>
          <a:endParaRPr kumimoji="1" lang="ja-JP" altLang="en-US" sz="1100" kern="1200"/>
        </a:p>
      </dsp:txBody>
      <dsp:txXfrm>
        <a:off x="1625599" y="1841500"/>
        <a:ext cx="6502400" cy="1735666"/>
      </dsp:txXfrm>
    </dsp:sp>
    <dsp:sp modelId="{CFF70C7F-F494-4D67-B3A7-9DBF8EDE341C}">
      <dsp:nvSpPr>
        <dsp:cNvPr id="0" name=""/>
        <dsp:cNvSpPr/>
      </dsp:nvSpPr>
      <dsp:spPr>
        <a:xfrm rot="16200000">
          <a:off x="-55033" y="1896533"/>
          <a:ext cx="1735666" cy="1625600"/>
        </a:xfrm>
        <a:prstGeom prst="round2SameRect">
          <a:avLst>
            <a:gd name="adj1" fmla="val 1000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021" tIns="171445" rIns="86021" bIns="171445" numCol="1" spcCol="1270" anchor="ctr" anchorCtr="0">
          <a:noAutofit/>
        </a:bodyPr>
        <a:lstStyle/>
        <a:p>
          <a:pPr marL="0" lvl="0" indent="0" algn="l" defTabSz="488950">
            <a:lnSpc>
              <a:spcPct val="90000"/>
            </a:lnSpc>
            <a:spcBef>
              <a:spcPct val="0"/>
            </a:spcBef>
            <a:spcAft>
              <a:spcPct val="35000"/>
            </a:spcAft>
            <a:buNone/>
          </a:pPr>
          <a:r>
            <a:rPr lang="ja-JP" altLang="en-US" sz="1100" b="0" i="0" kern="1200"/>
            <a:t>プレゼンテーション用資料</a:t>
          </a:r>
          <a:endParaRPr kumimoji="1" lang="ja-JP" altLang="en-US" sz="1100" kern="1200"/>
        </a:p>
      </dsp:txBody>
      <dsp:txXfrm rot="5400000">
        <a:off x="47612" y="1889112"/>
        <a:ext cx="1577988" cy="1640442"/>
      </dsp:txXfrm>
    </dsp:sp>
    <dsp:sp modelId="{E044A8C0-407A-4197-9CFA-5C7B0D2D8890}">
      <dsp:nvSpPr>
        <dsp:cNvPr id="0" name=""/>
        <dsp:cNvSpPr/>
      </dsp:nvSpPr>
      <dsp:spPr>
        <a:xfrm rot="5400000">
          <a:off x="3968326" y="1257300"/>
          <a:ext cx="1735666" cy="6583680"/>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021" tIns="171445" rIns="86021" bIns="171445" numCol="1" spcCol="1270" anchor="ctr" anchorCtr="0">
          <a:noAutofit/>
        </a:bodyPr>
        <a:lstStyle/>
        <a:p>
          <a:pPr marL="0" lvl="0" indent="0" algn="l" defTabSz="488950">
            <a:lnSpc>
              <a:spcPct val="90000"/>
            </a:lnSpc>
            <a:spcBef>
              <a:spcPct val="0"/>
            </a:spcBef>
            <a:spcAft>
              <a:spcPct val="35000"/>
            </a:spcAft>
            <a:buNone/>
          </a:pPr>
          <a:r>
            <a:rPr lang="ja-JP" altLang="en-US" sz="1100" b="0" i="0" kern="1200"/>
            <a:t>決勝戦会場の展示用資料</a:t>
          </a:r>
          <a:endParaRPr kumimoji="1" lang="ja-JP" altLang="en-US" sz="1100" kern="1200"/>
        </a:p>
      </dsp:txBody>
      <dsp:txXfrm rot="16200000">
        <a:off x="47612" y="3728919"/>
        <a:ext cx="1577988" cy="1640442"/>
      </dsp:txXfrm>
    </dsp:sp>
    <dsp:sp modelId="{C41DC332-17EA-4F5B-ACD2-BFDAA7F519A6}">
      <dsp:nvSpPr>
        <dsp:cNvPr id="0" name=""/>
        <dsp:cNvSpPr/>
      </dsp:nvSpPr>
      <dsp:spPr>
        <a:xfrm>
          <a:off x="1625599" y="3681306"/>
          <a:ext cx="6502400" cy="173566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37634" tIns="171445" rIns="137634" bIns="171445" numCol="1" spcCol="1270" anchor="ctr" anchorCtr="0">
          <a:noAutofit/>
        </a:bodyPr>
        <a:lstStyle/>
        <a:p>
          <a:pPr marL="0" lvl="0" indent="0" algn="l" defTabSz="488950">
            <a:lnSpc>
              <a:spcPct val="90000"/>
            </a:lnSpc>
            <a:spcBef>
              <a:spcPct val="0"/>
            </a:spcBef>
            <a:spcAft>
              <a:spcPct val="35000"/>
            </a:spcAft>
            <a:buNone/>
          </a:pPr>
          <a:r>
            <a:rPr lang="ja-JP" altLang="en-US" sz="1100" b="0" i="0" kern="1200"/>
            <a:t>決勝戦の会場に展示する資料</a:t>
          </a:r>
          <a:endParaRPr lang="en-US" altLang="ja-JP" sz="1100" b="0" i="0" kern="1200"/>
        </a:p>
        <a:p>
          <a:pPr marL="0" lvl="0" indent="0" algn="l" defTabSz="488950">
            <a:lnSpc>
              <a:spcPct val="90000"/>
            </a:lnSpc>
            <a:spcBef>
              <a:spcPct val="0"/>
            </a:spcBef>
            <a:spcAft>
              <a:spcPct val="35000"/>
            </a:spcAft>
            <a:buNone/>
          </a:pPr>
          <a:r>
            <a:rPr lang="ja-JP" altLang="en-US" sz="1100" b="0" i="0" kern="1200"/>
            <a:t>・テスト設計成果物の内容を要約したもの</a:t>
          </a:r>
          <a:endParaRPr kumimoji="1" lang="ja-JP" altLang="en-US" sz="1100" kern="1200"/>
        </a:p>
      </dsp:txBody>
      <dsp:txXfrm>
        <a:off x="1625599" y="3681306"/>
        <a:ext cx="6502400" cy="1735666"/>
      </dsp:txXfrm>
    </dsp:sp>
    <dsp:sp modelId="{EF312D53-0E1C-4AD3-BF8D-865ECD624658}">
      <dsp:nvSpPr>
        <dsp:cNvPr id="0" name=""/>
        <dsp:cNvSpPr/>
      </dsp:nvSpPr>
      <dsp:spPr>
        <a:xfrm rot="16200000">
          <a:off x="-55033" y="3736340"/>
          <a:ext cx="1735666" cy="1625600"/>
        </a:xfrm>
        <a:prstGeom prst="round2SameRect">
          <a:avLst>
            <a:gd name="adj1" fmla="val 1000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021" tIns="171445" rIns="86021" bIns="171445" numCol="1" spcCol="1270" anchor="ctr" anchorCtr="0">
          <a:noAutofit/>
        </a:bodyPr>
        <a:lstStyle/>
        <a:p>
          <a:pPr marL="0" lvl="0" indent="0" algn="l" defTabSz="488950">
            <a:lnSpc>
              <a:spcPct val="90000"/>
            </a:lnSpc>
            <a:spcBef>
              <a:spcPct val="0"/>
            </a:spcBef>
            <a:spcAft>
              <a:spcPct val="35000"/>
            </a:spcAft>
            <a:buNone/>
          </a:pPr>
          <a:r>
            <a:rPr lang="ja-JP" altLang="en-US" sz="1100" b="0" i="0" kern="1200"/>
            <a:t>決勝戦会場の展示用資料</a:t>
          </a:r>
          <a:endParaRPr kumimoji="1" lang="ja-JP" altLang="en-US" sz="1100" kern="1200"/>
        </a:p>
      </dsp:txBody>
      <dsp:txXfrm rot="5400000">
        <a:off x="47612" y="3728919"/>
        <a:ext cx="1577988" cy="164044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E4D88F-4241-4A1A-8513-C883AA24A03A}">
      <dsp:nvSpPr>
        <dsp:cNvPr id="0" name=""/>
        <dsp:cNvSpPr/>
      </dsp:nvSpPr>
      <dsp:spPr>
        <a:xfrm rot="10800000">
          <a:off x="10067" y="1620035"/>
          <a:ext cx="3425877" cy="2012050"/>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5029" tIns="145029" rIns="145029" bIns="145029" numCol="1" spcCol="1270" anchor="t" anchorCtr="0">
          <a:noAutofit/>
        </a:bodyPr>
        <a:lstStyle/>
        <a:p>
          <a:pPr marL="0" lvl="0" indent="0" algn="l" defTabSz="622300">
            <a:lnSpc>
              <a:spcPct val="90000"/>
            </a:lnSpc>
            <a:spcBef>
              <a:spcPct val="0"/>
            </a:spcBef>
            <a:spcAft>
              <a:spcPct val="35000"/>
            </a:spcAft>
            <a:buNone/>
          </a:pPr>
          <a:r>
            <a:rPr kumimoji="1" lang="ja-JP" altLang="en-US" sz="1400" kern="1200"/>
            <a:t>・テスト分析、観点整理、テスト設計、成果物作成にチームで取り組む</a:t>
          </a:r>
          <a:endParaRPr kumimoji="1" lang="en-US" altLang="ja-JP" sz="1400" kern="1200"/>
        </a:p>
        <a:p>
          <a:pPr marL="0" lvl="0" indent="0" algn="l" defTabSz="622300">
            <a:lnSpc>
              <a:spcPct val="90000"/>
            </a:lnSpc>
            <a:spcBef>
              <a:spcPct val="0"/>
            </a:spcBef>
            <a:spcAft>
              <a:spcPct val="35000"/>
            </a:spcAft>
            <a:buNone/>
          </a:pPr>
          <a:r>
            <a:rPr kumimoji="1" lang="ja-JP" altLang="ja-JP" sz="1400" kern="1200"/>
            <a:t>・件数重視ではなく、設計意図や説明可能性を重視する</a:t>
          </a:r>
          <a:endParaRPr kumimoji="1" lang="en-US" altLang="ja-JP" sz="1400" kern="1200"/>
        </a:p>
        <a:p>
          <a:pPr marL="0" lvl="0" indent="0" algn="l" defTabSz="622300">
            <a:lnSpc>
              <a:spcPct val="90000"/>
            </a:lnSpc>
            <a:spcBef>
              <a:spcPct val="0"/>
            </a:spcBef>
            <a:spcAft>
              <a:spcPct val="35000"/>
            </a:spcAft>
            <a:buNone/>
          </a:pPr>
          <a:r>
            <a:rPr kumimoji="1" lang="ja-JP" altLang="ja-JP" sz="1400" kern="1200"/>
            <a:t>・</a:t>
          </a:r>
          <a:r>
            <a:rPr kumimoji="1" lang="en-US" altLang="ja-JP" sz="1400" kern="1200"/>
            <a:t>AI</a:t>
          </a:r>
          <a:r>
            <a:rPr kumimoji="1" lang="ja-JP" altLang="ja-JP" sz="1400" kern="1200"/>
            <a:t>活用、レビュー、ドキュメント整理なども試していく</a:t>
          </a:r>
          <a:endParaRPr kumimoji="1" lang="ja-JP" altLang="en-US" sz="1400" kern="1200"/>
        </a:p>
        <a:p>
          <a:pPr marL="0" lvl="0" indent="0" algn="l" defTabSz="488950">
            <a:lnSpc>
              <a:spcPct val="90000"/>
            </a:lnSpc>
            <a:spcBef>
              <a:spcPct val="0"/>
            </a:spcBef>
            <a:spcAft>
              <a:spcPct val="35000"/>
            </a:spcAft>
            <a:buNone/>
          </a:pPr>
          <a:endParaRPr kumimoji="1" lang="ja-JP" altLang="ja-JP" sz="1100" kern="1200"/>
        </a:p>
      </dsp:txBody>
      <dsp:txXfrm rot="10800000">
        <a:off x="98463" y="1620035"/>
        <a:ext cx="3249085" cy="1923654"/>
      </dsp:txXfrm>
    </dsp:sp>
    <dsp:sp modelId="{AE3CC4DD-DEF3-4B44-A7C7-D6E3228F2041}">
      <dsp:nvSpPr>
        <dsp:cNvPr id="0" name=""/>
        <dsp:cNvSpPr/>
      </dsp:nvSpPr>
      <dsp:spPr>
        <a:xfrm>
          <a:off x="10067" y="623105"/>
          <a:ext cx="3425877" cy="1027763"/>
        </a:xfrm>
        <a:prstGeom prst="round2SameRect">
          <a:avLst>
            <a:gd name="adj1" fmla="val 4500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0720" tIns="270720" rIns="270720" bIns="270720" numCol="1" spcCol="1270" anchor="ctr" anchorCtr="0">
          <a:noAutofit/>
        </a:bodyPr>
        <a:lstStyle/>
        <a:p>
          <a:pPr marL="0" lvl="0" indent="0" algn="l" defTabSz="755650">
            <a:lnSpc>
              <a:spcPct val="90000"/>
            </a:lnSpc>
            <a:spcBef>
              <a:spcPct val="0"/>
            </a:spcBef>
            <a:spcAft>
              <a:spcPct val="35000"/>
            </a:spcAft>
            <a:buNone/>
          </a:pPr>
          <a:r>
            <a:rPr kumimoji="1" lang="ja-JP" altLang="en-US" sz="1700" kern="1200"/>
            <a:t>決まっていること</a:t>
          </a:r>
        </a:p>
      </dsp:txBody>
      <dsp:txXfrm>
        <a:off x="145527" y="758565"/>
        <a:ext cx="3154957" cy="892303"/>
      </dsp:txXfrm>
    </dsp:sp>
    <dsp:sp modelId="{0A85AE63-6261-4D5A-84FF-67F595178F57}">
      <dsp:nvSpPr>
        <dsp:cNvPr id="0" name=""/>
        <dsp:cNvSpPr/>
      </dsp:nvSpPr>
      <dsp:spPr>
        <a:xfrm rot="10800000">
          <a:off x="3543839" y="1620035"/>
          <a:ext cx="3425877" cy="2012050"/>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5029" tIns="145029" rIns="145029" bIns="145029" numCol="1" spcCol="1270" anchor="t" anchorCtr="0">
          <a:noAutofit/>
        </a:bodyPr>
        <a:lstStyle/>
        <a:p>
          <a:pPr marL="0" lvl="0" indent="0" algn="l" defTabSz="622300">
            <a:lnSpc>
              <a:spcPct val="90000"/>
            </a:lnSpc>
            <a:spcBef>
              <a:spcPct val="0"/>
            </a:spcBef>
            <a:spcAft>
              <a:spcPct val="35000"/>
            </a:spcAft>
            <a:buNone/>
          </a:pPr>
          <a:r>
            <a:rPr kumimoji="1" lang="ja-JP" altLang="en-US" sz="1400" kern="1200"/>
            <a:t>・チーム体制、役割分担</a:t>
          </a:r>
        </a:p>
        <a:p>
          <a:pPr marL="0" lvl="0" indent="0" algn="l" defTabSz="622300">
            <a:lnSpc>
              <a:spcPct val="90000"/>
            </a:lnSpc>
            <a:spcBef>
              <a:spcPct val="0"/>
            </a:spcBef>
            <a:spcAft>
              <a:spcPct val="35000"/>
            </a:spcAft>
            <a:buNone/>
          </a:pPr>
          <a:r>
            <a:rPr kumimoji="1" lang="ja-JP" altLang="en-US" sz="1400" kern="1200"/>
            <a:t>・作業スケジュール</a:t>
          </a:r>
        </a:p>
        <a:p>
          <a:pPr marL="0" lvl="0" indent="0" algn="l" defTabSz="622300">
            <a:lnSpc>
              <a:spcPct val="90000"/>
            </a:lnSpc>
            <a:spcBef>
              <a:spcPct val="0"/>
            </a:spcBef>
            <a:spcAft>
              <a:spcPct val="35000"/>
            </a:spcAft>
            <a:buNone/>
          </a:pPr>
          <a:r>
            <a:rPr kumimoji="1" lang="ja-JP" altLang="en-US" sz="1400" kern="1200"/>
            <a:t>・成果物の作り込み範囲</a:t>
          </a:r>
        </a:p>
        <a:p>
          <a:pPr marL="0" lvl="0" indent="0" algn="l" defTabSz="622300">
            <a:lnSpc>
              <a:spcPct val="90000"/>
            </a:lnSpc>
            <a:spcBef>
              <a:spcPct val="0"/>
            </a:spcBef>
            <a:spcAft>
              <a:spcPct val="35000"/>
            </a:spcAft>
            <a:buNone/>
          </a:pPr>
          <a:r>
            <a:rPr kumimoji="1" lang="ja-JP" altLang="en-US" sz="1400" kern="1200"/>
            <a:t>・レビューの進め方</a:t>
          </a:r>
        </a:p>
        <a:p>
          <a:pPr marL="0" lvl="0" indent="0" algn="l" defTabSz="622300">
            <a:lnSpc>
              <a:spcPct val="90000"/>
            </a:lnSpc>
            <a:spcBef>
              <a:spcPct val="0"/>
            </a:spcBef>
            <a:spcAft>
              <a:spcPct val="35000"/>
            </a:spcAft>
            <a:buNone/>
          </a:pPr>
          <a:r>
            <a:rPr kumimoji="1" lang="ja-JP" altLang="en-US" sz="1400" kern="1200"/>
            <a:t>・</a:t>
          </a:r>
          <a:r>
            <a:rPr kumimoji="1" lang="en-US" altLang="en-US" sz="1400" kern="1200"/>
            <a:t>AI</a:t>
          </a:r>
          <a:r>
            <a:rPr kumimoji="1" lang="ja-JP" altLang="en-US" sz="1400" kern="1200"/>
            <a:t>を活用する作業範囲</a:t>
          </a:r>
        </a:p>
      </dsp:txBody>
      <dsp:txXfrm rot="10800000">
        <a:off x="3632235" y="1620035"/>
        <a:ext cx="3249085" cy="1923654"/>
      </dsp:txXfrm>
    </dsp:sp>
    <dsp:sp modelId="{CA375BAA-68AB-4954-81E9-0F4D9BACAD6F}">
      <dsp:nvSpPr>
        <dsp:cNvPr id="0" name=""/>
        <dsp:cNvSpPr/>
      </dsp:nvSpPr>
      <dsp:spPr>
        <a:xfrm>
          <a:off x="3543839" y="623105"/>
          <a:ext cx="3425877" cy="1027763"/>
        </a:xfrm>
        <a:prstGeom prst="round2SameRect">
          <a:avLst>
            <a:gd name="adj1" fmla="val 4500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0720" tIns="270720" rIns="270720" bIns="270720" numCol="1" spcCol="1270" anchor="ctr" anchorCtr="0">
          <a:noAutofit/>
        </a:bodyPr>
        <a:lstStyle/>
        <a:p>
          <a:pPr marL="0" lvl="0" indent="0" algn="l" defTabSz="755650">
            <a:lnSpc>
              <a:spcPct val="90000"/>
            </a:lnSpc>
            <a:spcBef>
              <a:spcPct val="0"/>
            </a:spcBef>
            <a:spcAft>
              <a:spcPct val="35000"/>
            </a:spcAft>
            <a:buNone/>
          </a:pPr>
          <a:r>
            <a:rPr kumimoji="1" lang="ja-JP" altLang="en-US" sz="1700" kern="1200"/>
            <a:t>これから決めること</a:t>
          </a:r>
        </a:p>
      </dsp:txBody>
      <dsp:txXfrm>
        <a:off x="3679299" y="758565"/>
        <a:ext cx="3154957" cy="892303"/>
      </dsp:txXfrm>
    </dsp:sp>
    <dsp:sp modelId="{849722BE-1603-4B9B-8278-1777D6034CFA}">
      <dsp:nvSpPr>
        <dsp:cNvPr id="0" name=""/>
        <dsp:cNvSpPr/>
      </dsp:nvSpPr>
      <dsp:spPr>
        <a:xfrm rot="10800000">
          <a:off x="7077611" y="1620035"/>
          <a:ext cx="3425877" cy="2012050"/>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5029" tIns="145029" rIns="145029" bIns="145029" numCol="1" spcCol="1270" anchor="t" anchorCtr="0">
          <a:noAutofit/>
        </a:bodyPr>
        <a:lstStyle/>
        <a:p>
          <a:pPr marL="0" lvl="0" indent="0" algn="l" defTabSz="622300">
            <a:lnSpc>
              <a:spcPct val="90000"/>
            </a:lnSpc>
            <a:spcBef>
              <a:spcPct val="0"/>
            </a:spcBef>
            <a:spcAft>
              <a:spcPct val="35000"/>
            </a:spcAft>
            <a:buNone/>
          </a:pPr>
          <a:r>
            <a:rPr kumimoji="1" lang="ja-JP" altLang="en-US" sz="1400" kern="1200"/>
            <a:t>・最初から詳しくなくても問題ありません</a:t>
          </a:r>
        </a:p>
        <a:p>
          <a:pPr marL="0" lvl="0" indent="0" algn="l" defTabSz="622300">
            <a:lnSpc>
              <a:spcPct val="90000"/>
            </a:lnSpc>
            <a:spcBef>
              <a:spcPct val="0"/>
            </a:spcBef>
            <a:spcAft>
              <a:spcPct val="35000"/>
            </a:spcAft>
            <a:buNone/>
          </a:pPr>
          <a:r>
            <a:rPr kumimoji="1" lang="ja-JP" altLang="en-US" sz="1400" kern="1200"/>
            <a:t>・分からないことは、調べながら・相談しながら進めます</a:t>
          </a:r>
        </a:p>
        <a:p>
          <a:pPr marL="0" lvl="0" indent="0" algn="l" defTabSz="622300">
            <a:lnSpc>
              <a:spcPct val="90000"/>
            </a:lnSpc>
            <a:spcBef>
              <a:spcPct val="0"/>
            </a:spcBef>
            <a:spcAft>
              <a:spcPct val="35000"/>
            </a:spcAft>
            <a:buNone/>
          </a:pPr>
          <a:r>
            <a:rPr kumimoji="1" lang="ja-JP" altLang="en-US" sz="1400" kern="1200"/>
            <a:t>・自分の考えや疑問をチーム内で共有してください</a:t>
          </a:r>
        </a:p>
      </dsp:txBody>
      <dsp:txXfrm rot="10800000">
        <a:off x="7166007" y="1620035"/>
        <a:ext cx="3249085" cy="1923654"/>
      </dsp:txXfrm>
    </dsp:sp>
    <dsp:sp modelId="{C16F4773-4056-4BAA-A868-E2C781059CA7}">
      <dsp:nvSpPr>
        <dsp:cNvPr id="0" name=""/>
        <dsp:cNvSpPr/>
      </dsp:nvSpPr>
      <dsp:spPr>
        <a:xfrm>
          <a:off x="7077611" y="623105"/>
          <a:ext cx="3425877" cy="1027763"/>
        </a:xfrm>
        <a:prstGeom prst="round2SameRect">
          <a:avLst>
            <a:gd name="adj1" fmla="val 4500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0720" tIns="270720" rIns="270720" bIns="270720" numCol="1" spcCol="1270" anchor="ctr" anchorCtr="0">
          <a:noAutofit/>
        </a:bodyPr>
        <a:lstStyle/>
        <a:p>
          <a:pPr marL="0" lvl="0" indent="0" algn="l" defTabSz="755650">
            <a:lnSpc>
              <a:spcPct val="90000"/>
            </a:lnSpc>
            <a:spcBef>
              <a:spcPct val="0"/>
            </a:spcBef>
            <a:spcAft>
              <a:spcPct val="35000"/>
            </a:spcAft>
            <a:buNone/>
          </a:pPr>
          <a:r>
            <a:rPr kumimoji="1" lang="ja-JP" altLang="en-US" sz="1700" kern="1200"/>
            <a:t>お願いしたいこと</a:t>
          </a:r>
        </a:p>
      </dsp:txBody>
      <dsp:txXfrm>
        <a:off x="7213071" y="758565"/>
        <a:ext cx="3154957" cy="892303"/>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24/layout/VerticalActionList">
  <dgm:title val=""/>
  <dgm:desc val=""/>
  <dgm:catLst>
    <dgm:cat type="list" pri="82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dirChoose">
      <dgm:if name="dirNorm" func="var" arg="dir" op="equ" val="norm">
        <dgm:alg type="lin">
          <dgm:param type="linDir" val="fromT"/>
          <dgm:param type="nodeHorzAlign" val="l"/>
        </dgm:alg>
      </dgm:if>
      <dgm:else name="dirRev">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alg type="composite"/>
        <dgm:shape xmlns:r="http://schemas.openxmlformats.org/officeDocument/2006/relationships" r:blip="">
          <dgm:adjLst/>
        </dgm:shape>
        <dgm:presOf/>
        <dgm:choose name="compositeDir">
          <dgm:if name="compositeNorm" func="var" arg="dir" op="equ" val="norm">
            <dgm:constrLst>
              <dgm:constr type="l" for="ch" forName="bgOutline" refType="w" fact="0.19"/>
              <dgm:constr type="t" for="ch" forName="bgOutline"/>
              <dgm:constr type="w" for="ch" forName="bgOutline" refType="w" fact="0.81"/>
              <dgm:constr type="h" for="ch" forName="bgOutline" refType="h"/>
              <dgm:constr type="l" for="ch" forName="parentText"/>
              <dgm:constr type="t" for="ch" forName="parentText"/>
              <dgm:constr type="w" for="ch" forName="parentText" refType="w" fact="0.2"/>
              <dgm:constr type="h" for="ch" forName="parentText" refType="h"/>
              <dgm:constr type="l" for="ch" forName="descendantText" refType="w" fact="0.2"/>
              <dgm:constr type="t" for="ch" forName="descendantText"/>
              <dgm:constr type="w" for="ch" forName="descendantText" refType="w" fact="0.8"/>
              <dgm:constr type="h" for="ch" forName="descendantText" refType="h"/>
            </dgm:constrLst>
          </dgm:if>
          <dgm:else name="compositeRev">
            <dgm:constrLst>
              <dgm:constr type="l" for="ch" forName="bgOutline"/>
              <dgm:constr type="t" for="ch" forName="bgOutline"/>
              <dgm:constr type="w" for="ch" forName="bgOutline" refType="w" fact="0.81"/>
              <dgm:constr type="h" for="ch" forName="bgOutline" refType="h"/>
              <dgm:constr type="l" for="ch" forName="parentText" refType="w" fact="0.8"/>
              <dgm:constr type="t" for="ch" forName="parentText"/>
              <dgm:constr type="w" for="ch" forName="parentText" refType="w" fact="0.2"/>
              <dgm:constr type="h" for="ch" forName="parentText" refType="h"/>
              <dgm:constr type="l" for="ch" forName="descendantText"/>
              <dgm:constr type="t" for="ch" forName="descendantText"/>
              <dgm:constr type="w" for="ch" forName="descendantText" refType="w" fact="0.8"/>
              <dgm:constr type="h" for="ch" forName="descendantText" refType="h"/>
            </dgm:constrLst>
          </dgm:else>
        </dgm:choose>
        <dgm:ruleLst/>
        <dgm:layoutNode name="bgOutline" styleLbl="fgAcc1">
          <dgm:alg type="sp"/>
          <dgm:choose name="bgOutlineDir">
            <dgm:if name="bgOutlineNorm" func="var" arg="dir" op="equ" val="norm">
              <dgm:shape xmlns:r="http://schemas.openxmlformats.org/officeDocument/2006/relationships" rot="90" type="round2SameRect" r:blip="">
                <dgm:adjLst>
                  <dgm:adj idx="1" val="0.15"/>
                  <dgm:adj idx="2" val="0"/>
                </dgm:adjLst>
              </dgm:shape>
            </dgm:if>
            <dgm:else name="bgOutlineRev">
              <dgm:shape xmlns:r="http://schemas.openxmlformats.org/officeDocument/2006/relationships" rot="-90" type="round2SameRect" r:blip="">
                <dgm:adjLst>
                  <dgm:adj idx="1" val="0.15"/>
                  <dgm:adj idx="2" val="0"/>
                </dgm:adjLst>
              </dgm:shape>
            </dgm:else>
          </dgm:choose>
          <dgm:presOf axis="self"/>
          <dgm:constrLst/>
          <dgm:ruleLst/>
        </dgm:layoutNode>
        <dgm:layoutNode name="parentText" styleLbl="alignNode1">
          <dgm:varLst>
            <dgm:chMax val="1"/>
            <dgm:bulletEnabled/>
          </dgm:varLst>
          <dgm:alg type="tx">
            <dgm:param type="parTxLTRAlign" val="l"/>
            <dgm:param type="parTxRTLAlign" val="r"/>
          </dgm:alg>
          <dgm:choose name="parentShapeDir">
            <dgm:if name="parentShapeNorm" func="var" arg="dir" op="equ" val="norm">
              <dgm:shape xmlns:r="http://schemas.openxmlformats.org/officeDocument/2006/relationships" rot="-90" type="round2SameRect" r:blip="" zOrderOff="3">
                <dgm:adjLst>
                  <dgm:adj idx="1" val="0.1"/>
                </dgm:adjLst>
              </dgm:shape>
            </dgm:if>
            <dgm:else name="parentShapeRev">
              <dgm:shape xmlns:r="http://schemas.openxmlformats.org/officeDocument/2006/relationships" rot="90" type="round2SameRect" r:blip="" zOrderOff="3">
                <dgm:adjLst>
                  <dgm:adj idx="1" val="0.1"/>
                </dgm:adjLst>
              </dgm:shape>
            </dgm:else>
          </dgm:choose>
          <dgm:presOf axis="self" ptType="node"/>
          <dgm:constrLst>
            <dgm:constr type="tMarg" refType="h" fact="0.28"/>
            <dgm:constr type="bMarg" refType="h" fact="0.28"/>
            <dgm:constr type="lMarg" refType="w" fact="0.15"/>
            <dgm:constr type="rMarg" refType="w" fact="0.15"/>
          </dgm:constrLst>
          <dgm:ruleLst>
            <dgm:rule type="primFontSz" val="8" fact="NaN" max="NaN"/>
          </dgm:ruleLst>
        </dgm:layoutNode>
        <dgm:layoutNode name="descendantText" styleLbl="revTx">
          <dgm:varLst>
            <dgm:bulletEnabled/>
          </dgm:varLst>
          <dgm:alg type="tx">
            <dgm:param type="stBulletLvl" val="0"/>
            <dgm:param type="parTxLTRAlign" val="l"/>
            <dgm:param type="shpTxLTRAlignCh" val="l"/>
            <dgm:param type="parTxRTLAlign" val="r"/>
            <dgm:param type="shpTxRTLAlignCh" val="r"/>
          </dgm:alg>
          <dgm:shape xmlns:r="http://schemas.openxmlformats.org/officeDocument/2006/relationships" type="rect" r:blip="" hideGeom="1">
            <dgm:adjLst/>
          </dgm:shape>
          <dgm:presOf axis="des" ptType="node"/>
          <dgm:constrLst>
            <dgm:constr type="primFontSz" val="24"/>
            <dgm:constr type="lMarg" refType="w" fact="0.06"/>
            <dgm:constr type="rMarg" refType="w" fact="0.06"/>
            <dgm:constr type="tMarg" refType="h" fact="0.28"/>
            <dgm:constr type="bMarg" refType="h" fact="0.28"/>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24/layout/VerticalActionList">
  <dgm:title val=""/>
  <dgm:desc val=""/>
  <dgm:catLst>
    <dgm:cat type="list" pri="82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dirChoose">
      <dgm:if name="dirNorm" func="var" arg="dir" op="equ" val="norm">
        <dgm:alg type="lin">
          <dgm:param type="linDir" val="fromT"/>
          <dgm:param type="nodeHorzAlign" val="l"/>
        </dgm:alg>
      </dgm:if>
      <dgm:else name="dirRev">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alg type="composite"/>
        <dgm:shape xmlns:r="http://schemas.openxmlformats.org/officeDocument/2006/relationships" r:blip="">
          <dgm:adjLst/>
        </dgm:shape>
        <dgm:presOf/>
        <dgm:choose name="compositeDir">
          <dgm:if name="compositeNorm" func="var" arg="dir" op="equ" val="norm">
            <dgm:constrLst>
              <dgm:constr type="l" for="ch" forName="bgOutline" refType="w" fact="0.19"/>
              <dgm:constr type="t" for="ch" forName="bgOutline"/>
              <dgm:constr type="w" for="ch" forName="bgOutline" refType="w" fact="0.81"/>
              <dgm:constr type="h" for="ch" forName="bgOutline" refType="h"/>
              <dgm:constr type="l" for="ch" forName="parentText"/>
              <dgm:constr type="t" for="ch" forName="parentText"/>
              <dgm:constr type="w" for="ch" forName="parentText" refType="w" fact="0.2"/>
              <dgm:constr type="h" for="ch" forName="parentText" refType="h"/>
              <dgm:constr type="l" for="ch" forName="descendantText" refType="w" fact="0.2"/>
              <dgm:constr type="t" for="ch" forName="descendantText"/>
              <dgm:constr type="w" for="ch" forName="descendantText" refType="w" fact="0.8"/>
              <dgm:constr type="h" for="ch" forName="descendantText" refType="h"/>
            </dgm:constrLst>
          </dgm:if>
          <dgm:else name="compositeRev">
            <dgm:constrLst>
              <dgm:constr type="l" for="ch" forName="bgOutline"/>
              <dgm:constr type="t" for="ch" forName="bgOutline"/>
              <dgm:constr type="w" for="ch" forName="bgOutline" refType="w" fact="0.81"/>
              <dgm:constr type="h" for="ch" forName="bgOutline" refType="h"/>
              <dgm:constr type="l" for="ch" forName="parentText" refType="w" fact="0.8"/>
              <dgm:constr type="t" for="ch" forName="parentText"/>
              <dgm:constr type="w" for="ch" forName="parentText" refType="w" fact="0.2"/>
              <dgm:constr type="h" for="ch" forName="parentText" refType="h"/>
              <dgm:constr type="l" for="ch" forName="descendantText"/>
              <dgm:constr type="t" for="ch" forName="descendantText"/>
              <dgm:constr type="w" for="ch" forName="descendantText" refType="w" fact="0.8"/>
              <dgm:constr type="h" for="ch" forName="descendantText" refType="h"/>
            </dgm:constrLst>
          </dgm:else>
        </dgm:choose>
        <dgm:ruleLst/>
        <dgm:layoutNode name="bgOutline" styleLbl="fgAcc1">
          <dgm:alg type="sp"/>
          <dgm:choose name="bgOutlineDir">
            <dgm:if name="bgOutlineNorm" func="var" arg="dir" op="equ" val="norm">
              <dgm:shape xmlns:r="http://schemas.openxmlformats.org/officeDocument/2006/relationships" rot="90" type="round2SameRect" r:blip="">
                <dgm:adjLst>
                  <dgm:adj idx="1" val="0.15"/>
                  <dgm:adj idx="2" val="0"/>
                </dgm:adjLst>
              </dgm:shape>
            </dgm:if>
            <dgm:else name="bgOutlineRev">
              <dgm:shape xmlns:r="http://schemas.openxmlformats.org/officeDocument/2006/relationships" rot="-90" type="round2SameRect" r:blip="">
                <dgm:adjLst>
                  <dgm:adj idx="1" val="0.15"/>
                  <dgm:adj idx="2" val="0"/>
                </dgm:adjLst>
              </dgm:shape>
            </dgm:else>
          </dgm:choose>
          <dgm:presOf axis="self"/>
          <dgm:constrLst/>
          <dgm:ruleLst/>
        </dgm:layoutNode>
        <dgm:layoutNode name="parentText" styleLbl="alignNode1">
          <dgm:varLst>
            <dgm:chMax val="1"/>
            <dgm:bulletEnabled/>
          </dgm:varLst>
          <dgm:alg type="tx">
            <dgm:param type="parTxLTRAlign" val="l"/>
            <dgm:param type="parTxRTLAlign" val="r"/>
          </dgm:alg>
          <dgm:choose name="parentShapeDir">
            <dgm:if name="parentShapeNorm" func="var" arg="dir" op="equ" val="norm">
              <dgm:shape xmlns:r="http://schemas.openxmlformats.org/officeDocument/2006/relationships" rot="-90" type="round2SameRect" r:blip="" zOrderOff="3">
                <dgm:adjLst>
                  <dgm:adj idx="1" val="0.1"/>
                </dgm:adjLst>
              </dgm:shape>
            </dgm:if>
            <dgm:else name="parentShapeRev">
              <dgm:shape xmlns:r="http://schemas.openxmlformats.org/officeDocument/2006/relationships" rot="90" type="round2SameRect" r:blip="" zOrderOff="3">
                <dgm:adjLst>
                  <dgm:adj idx="1" val="0.1"/>
                </dgm:adjLst>
              </dgm:shape>
            </dgm:else>
          </dgm:choose>
          <dgm:presOf axis="self" ptType="node"/>
          <dgm:constrLst>
            <dgm:constr type="tMarg" refType="h" fact="0.28"/>
            <dgm:constr type="bMarg" refType="h" fact="0.28"/>
            <dgm:constr type="lMarg" refType="w" fact="0.15"/>
            <dgm:constr type="rMarg" refType="w" fact="0.15"/>
          </dgm:constrLst>
          <dgm:ruleLst>
            <dgm:rule type="primFontSz" val="8" fact="NaN" max="NaN"/>
          </dgm:ruleLst>
        </dgm:layoutNode>
        <dgm:layoutNode name="descendantText" styleLbl="revTx">
          <dgm:varLst>
            <dgm:bulletEnabled/>
          </dgm:varLst>
          <dgm:alg type="tx">
            <dgm:param type="stBulletLvl" val="0"/>
            <dgm:param type="parTxLTRAlign" val="l"/>
            <dgm:param type="shpTxLTRAlignCh" val="l"/>
            <dgm:param type="parTxRTLAlign" val="r"/>
            <dgm:param type="shpTxRTLAlignCh" val="r"/>
          </dgm:alg>
          <dgm:shape xmlns:r="http://schemas.openxmlformats.org/officeDocument/2006/relationships" type="rect" r:blip="" hideGeom="1">
            <dgm:adjLst/>
          </dgm:shape>
          <dgm:presOf axis="des" ptType="node"/>
          <dgm:constrLst>
            <dgm:constr type="primFontSz" val="24"/>
            <dgm:constr type="lMarg" refType="w" fact="0.06"/>
            <dgm:constr type="rMarg" refType="w" fact="0.06"/>
            <dgm:constr type="tMarg" refType="h" fact="0.28"/>
            <dgm:constr type="bMarg" refType="h" fact="0.28"/>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24/layout/HorizontalActionList">
  <dgm:title val=""/>
  <dgm:desc val=""/>
  <dgm:catLst>
    <dgm:cat type="list" pri="805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95"/>
      <dgm:constr type="h" for="des" forName="composite" op="equ"/>
      <dgm:constr type="w" for="ch" forName="composite" refType="w"/>
      <dgm:constr type="w" for="des" forName="parTx"/>
      <dgm:constr type="h" for="des" forName="parTx" op="equ"/>
      <dgm:constr type="w" for="des" forName="bgOutline"/>
      <dgm:constr type="primFontSz" for="des" forName="parTx" val="54"/>
      <dgm:constr type="primFontSz" for="des" forName="bgOutline" refType="primFontSz" refFor="des" refForName="parTx" op="lte" fact="0.75"/>
      <dgm:constr type="h" for="des" forName="bgOutline"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bgOutline"/>
          <dgm:constr type="t" for="ch" forName="bgOutline" refType="h" refFor="ch" refForName="parTx" fact="0.97"/>
          <dgm:constr type="w" for="ch" forName="bgOutline" refType="w"/>
          <dgm:constr type="h" for="ch" forName="bgOutline" refType="h" fact="0.75"/>
        </dgm:constrLst>
        <dgm:ruleLst/>
        <dgm:layoutNode name="parTx" styleLbl="alignNode1">
          <dgm:varLst>
            <dgm:chMax val="0"/>
            <dgm:chPref val="0"/>
          </dgm:varLst>
          <dgm:alg type="tx">
            <dgm:param type="parTxLTRAlign" val="l"/>
            <dgm:param type="parTxRTLAlign" val="r"/>
          </dgm:alg>
          <dgm:shape xmlns:r="http://schemas.openxmlformats.org/officeDocument/2006/relationships" type="round2SameRect" r:blip="" zOrderOff="3">
            <dgm:adjLst>
              <dgm:adj idx="1" val="0.45"/>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primFontSz" val="14" fact="NaN" max="NaN"/>
          </dgm:ruleLst>
        </dgm:layoutNode>
        <dgm:layoutNode name="bgOutline" styleLbl="fgAcc1">
          <dgm:varLst>
            <dgm:bulletEnabled/>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rot="180" type="round2SameRect" r:blip="">
            <dgm:adjLst>
              <dgm:adj idx="1" val="0.15"/>
              <dgm:adj idx="2" val="0"/>
            </dgm:adjLst>
          </dgm:shape>
          <dgm:presOf axis="des" ptType="node"/>
          <dgm:constrLst>
            <dgm:constr type="primFontSz" val="28"/>
            <dgm:constr type="tMarg" refType="w" fact="0.12"/>
            <dgm:constr type="bMarg" refType="w" fact="0.12"/>
            <dgm:constr type="lMarg" refType="w" fact="0.12"/>
            <dgm:constr type="rMarg" refType="w" fact="0.12"/>
          </dgm:constrLst>
          <dgm:ruleLst>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7298C0C4-2B4B-7FE6-D2AE-3C1F5AD5621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C8A4D06C-51D6-50B7-11F2-312B86596AF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003335-0165-4AA4-B587-6D9E8B840A7A}" type="datetimeFigureOut">
              <a:rPr kumimoji="1" lang="ja-JP" altLang="en-US" smtClean="0"/>
              <a:t>2026/5/22</a:t>
            </a:fld>
            <a:endParaRPr kumimoji="1" lang="ja-JP" altLang="en-US"/>
          </a:p>
        </p:txBody>
      </p:sp>
      <p:sp>
        <p:nvSpPr>
          <p:cNvPr id="4" name="フッター プレースホルダー 3">
            <a:extLst>
              <a:ext uri="{FF2B5EF4-FFF2-40B4-BE49-F238E27FC236}">
                <a16:creationId xmlns:a16="http://schemas.microsoft.com/office/drawing/2014/main" id="{52E01512-F522-E7F6-BAFE-5A97F49489E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908BD07F-A01B-7543-75B6-20D791CB589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9F0E58-94AA-4D2D-8B00-3AF3F889D116}" type="slidenum">
              <a:rPr kumimoji="1" lang="ja-JP" altLang="en-US" smtClean="0"/>
              <a:t>‹#›</a:t>
            </a:fld>
            <a:endParaRPr kumimoji="1" lang="ja-JP" altLang="en-US"/>
          </a:p>
        </p:txBody>
      </p:sp>
    </p:spTree>
    <p:extLst>
      <p:ext uri="{BB962C8B-B14F-4D97-AF65-F5344CB8AC3E}">
        <p14:creationId xmlns:p14="http://schemas.microsoft.com/office/powerpoint/2010/main" val="377162378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BB0F47-9ED4-4914-AE2E-E41F5068B3C0}" type="datetimeFigureOut">
              <a:rPr kumimoji="1" lang="ja-JP" altLang="en-US" smtClean="0"/>
              <a:t>2026/5/22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68C9F3-3234-4FB8-BF6A-5B27DC5B4C50}" type="slidenum">
              <a:rPr kumimoji="1" lang="ja-JP" altLang="en-US" smtClean="0"/>
              <a:t>‹#›</a:t>
            </a:fld>
            <a:endParaRPr kumimoji="1" lang="ja-JP" altLang="en-US"/>
          </a:p>
        </p:txBody>
      </p:sp>
    </p:spTree>
    <p:extLst>
      <p:ext uri="{BB962C8B-B14F-4D97-AF65-F5344CB8AC3E}">
        <p14:creationId xmlns:p14="http://schemas.microsoft.com/office/powerpoint/2010/main" val="80225186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microsoft.com/office/2007/relationships/hdphoto" Target="../media/hdphoto2.wdp"/></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3.png"/><Relationship Id="rId4" Type="http://schemas.microsoft.com/office/2007/relationships/hdphoto" Target="../media/hdphoto2.wdp"/></Relationships>
</file>

<file path=ppt/slideLayouts/_rels/slideLayout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青_表紙">
    <p:bg>
      <p:bgPr>
        <a:solidFill>
          <a:srgbClr val="004098"/>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D343E7-2246-DFF1-7A5D-50A0E9C537BA}"/>
              </a:ext>
            </a:extLst>
          </p:cNvPr>
          <p:cNvSpPr>
            <a:spLocks noGrp="1"/>
          </p:cNvSpPr>
          <p:nvPr>
            <p:ph type="ctrTitle"/>
          </p:nvPr>
        </p:nvSpPr>
        <p:spPr>
          <a:xfrm>
            <a:off x="1285625" y="1999487"/>
            <a:ext cx="9620749" cy="1510475"/>
          </a:xfrm>
        </p:spPr>
        <p:txBody>
          <a:bodyPr anchor="b">
            <a:normAutofit/>
          </a:bodyPr>
          <a:lstStyle>
            <a:lvl1pPr algn="l">
              <a:lnSpc>
                <a:spcPct val="130000"/>
              </a:lnSpc>
              <a:defRPr sz="4000" b="1" i="0" spc="300">
                <a:solidFill>
                  <a:schemeClr val="bg1"/>
                </a:solidFill>
                <a:latin typeface="+mj-ea"/>
                <a:ea typeface="+mj-ea"/>
              </a:defRPr>
            </a:lvl1pPr>
          </a:lstStyle>
          <a:p>
            <a:r>
              <a:rPr kumimoji="1" lang="ja-JP" altLang="en-US"/>
              <a:t>マスター タイトルの書式設定</a:t>
            </a:r>
          </a:p>
        </p:txBody>
      </p:sp>
      <p:sp>
        <p:nvSpPr>
          <p:cNvPr id="3" name="字幕 2">
            <a:extLst>
              <a:ext uri="{FF2B5EF4-FFF2-40B4-BE49-F238E27FC236}">
                <a16:creationId xmlns:a16="http://schemas.microsoft.com/office/drawing/2014/main" id="{BB676978-0BE7-2307-A39A-F1DC18B05E1B}"/>
              </a:ext>
            </a:extLst>
          </p:cNvPr>
          <p:cNvSpPr>
            <a:spLocks noGrp="1"/>
          </p:cNvSpPr>
          <p:nvPr>
            <p:ph type="subTitle" idx="1"/>
          </p:nvPr>
        </p:nvSpPr>
        <p:spPr>
          <a:xfrm>
            <a:off x="6096000" y="3725865"/>
            <a:ext cx="5765321" cy="454955"/>
          </a:xfrm>
        </p:spPr>
        <p:txBody>
          <a:bodyPr>
            <a:noAutofit/>
          </a:bodyPr>
          <a:lstStyle>
            <a:lvl1pPr marL="0" indent="0" algn="l">
              <a:lnSpc>
                <a:spcPct val="130000"/>
              </a:lnSpc>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227B8E63-9637-2707-94AB-42F626B09A49}"/>
              </a:ext>
            </a:extLst>
          </p:cNvPr>
          <p:cNvSpPr>
            <a:spLocks noGrp="1"/>
          </p:cNvSpPr>
          <p:nvPr>
            <p:ph type="dt" sz="half" idx="10"/>
          </p:nvPr>
        </p:nvSpPr>
        <p:spPr/>
        <p:txBody>
          <a:bodyPr/>
          <a:lstStyle/>
          <a:p>
            <a:fld id="{BB973515-480C-9C4A-8AAA-B3759DA3FA25}" type="datetime1">
              <a:rPr kumimoji="1" lang="ja-JP" altLang="en-US" smtClean="0"/>
              <a:t>2026/5/22</a:t>
            </a:fld>
            <a:endParaRPr kumimoji="1" lang="ja-JP" altLang="en-US"/>
          </a:p>
        </p:txBody>
      </p:sp>
      <p:sp>
        <p:nvSpPr>
          <p:cNvPr id="5" name="フッター プレースホルダー 4">
            <a:extLst>
              <a:ext uri="{FF2B5EF4-FFF2-40B4-BE49-F238E27FC236}">
                <a16:creationId xmlns:a16="http://schemas.microsoft.com/office/drawing/2014/main" id="{6E30F219-213A-E9E5-8033-80390A3B6B8D}"/>
              </a:ext>
            </a:extLst>
          </p:cNvPr>
          <p:cNvSpPr>
            <a:spLocks noGrp="1"/>
          </p:cNvSpPr>
          <p:nvPr>
            <p:ph type="ftr" sz="quarter" idx="11"/>
          </p:nvPr>
        </p:nvSpPr>
        <p:spPr/>
        <p:txBody>
          <a:bodyPr/>
          <a:lstStyle/>
          <a:p>
            <a:endParaRPr kumimoji="1" lang="ja-JP" altLang="en-US"/>
          </a:p>
        </p:txBody>
      </p:sp>
      <p:sp>
        <p:nvSpPr>
          <p:cNvPr id="7" name="正方形/長方形 6">
            <a:extLst>
              <a:ext uri="{FF2B5EF4-FFF2-40B4-BE49-F238E27FC236}">
                <a16:creationId xmlns:a16="http://schemas.microsoft.com/office/drawing/2014/main" id="{ADBC357F-A501-18A2-0F53-151FF2F531C4}"/>
              </a:ext>
            </a:extLst>
          </p:cNvPr>
          <p:cNvSpPr/>
          <p:nvPr userDrawn="1"/>
        </p:nvSpPr>
        <p:spPr>
          <a:xfrm>
            <a:off x="0" y="2280"/>
            <a:ext cx="321469"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D399AC86-9129-DBDE-2676-5048E9B2B2CA}"/>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50000"/>
                  </a:schemeClr>
                </a:solidFill>
                <a:latin typeface="游ゴシック" panose="020B0400000000000000" pitchFamily="50" charset="-128"/>
                <a:ea typeface="游ゴシック" panose="020B0400000000000000" pitchFamily="50" charset="-128"/>
              </a:rPr>
              <a:t>©︎2025 VeriServe Corp.  </a:t>
            </a:r>
            <a:endParaRPr kumimoji="1" lang="ja-JP" altLang="en-US" sz="800">
              <a:solidFill>
                <a:schemeClr val="bg1">
                  <a:lumMod val="50000"/>
                </a:schemeClr>
              </a:solidFill>
              <a:latin typeface="+mn-lt"/>
              <a:ea typeface="游ゴシック" panose="020B0400000000000000" pitchFamily="50" charset="-128"/>
            </a:endParaRPr>
          </a:p>
        </p:txBody>
      </p:sp>
      <p:sp>
        <p:nvSpPr>
          <p:cNvPr id="19" name="テキスト ボックス 18">
            <a:extLst>
              <a:ext uri="{FF2B5EF4-FFF2-40B4-BE49-F238E27FC236}">
                <a16:creationId xmlns:a16="http://schemas.microsoft.com/office/drawing/2014/main" id="{31B54F22-E9E8-E325-3B37-BF651AC59379}"/>
              </a:ext>
            </a:extLst>
          </p:cNvPr>
          <p:cNvSpPr txBox="1"/>
          <p:nvPr userDrawn="1"/>
        </p:nvSpPr>
        <p:spPr>
          <a:xfrm rot="5400000">
            <a:off x="-456830" y="2070711"/>
            <a:ext cx="1213749" cy="215444"/>
          </a:xfrm>
          <a:prstGeom prst="rect">
            <a:avLst/>
          </a:prstGeom>
          <a:noFill/>
        </p:spPr>
        <p:txBody>
          <a:bodyPr vert="horz" wrap="square">
            <a:spAutoFit/>
          </a:bodyPr>
          <a:lstStyle/>
          <a:p>
            <a:pPr lvl="0"/>
            <a:r>
              <a:rPr kumimoji="1" lang="en-US" altLang="ja-JP" sz="800">
                <a:solidFill>
                  <a:schemeClr val="bg1">
                    <a:lumMod val="50000"/>
                  </a:schemeClr>
                </a:solidFill>
                <a:latin typeface="+mn-lt"/>
                <a:ea typeface="游ゴシック" panose="020B0400000000000000" pitchFamily="50" charset="-128"/>
              </a:rPr>
              <a:t>CONFIDENTIAL</a:t>
            </a:r>
            <a:endParaRPr kumimoji="1" lang="ja-JP" altLang="en-US" sz="800">
              <a:solidFill>
                <a:schemeClr val="bg1">
                  <a:lumMod val="50000"/>
                </a:schemeClr>
              </a:solidFill>
              <a:latin typeface="+mn-lt"/>
              <a:ea typeface="游ゴシック" panose="020B0400000000000000" pitchFamily="50" charset="-128"/>
            </a:endParaRPr>
          </a:p>
        </p:txBody>
      </p:sp>
      <p:pic>
        <p:nvPicPr>
          <p:cNvPr id="8" name="図 7" descr="アイコン  自動的に生成された説明">
            <a:extLst>
              <a:ext uri="{FF2B5EF4-FFF2-40B4-BE49-F238E27FC236}">
                <a16:creationId xmlns:a16="http://schemas.microsoft.com/office/drawing/2014/main" id="{B9CF3555-AF46-DA0D-9675-44257CDA70CC}"/>
              </a:ext>
            </a:extLst>
          </p:cNvPr>
          <p:cNvPicPr>
            <a:picLocks noChangeAspect="1"/>
          </p:cNvPicPr>
          <p:nvPr userDrawn="1"/>
        </p:nvPicPr>
        <p:blipFill rotWithShape="1">
          <a:blip r:embed="rId2"/>
          <a:srcRect l="-1" r="-4128" b="33406"/>
          <a:stretch/>
        </p:blipFill>
        <p:spPr>
          <a:xfrm>
            <a:off x="461223" y="3807798"/>
            <a:ext cx="4859924" cy="3050202"/>
          </a:xfrm>
          <a:prstGeom prst="rect">
            <a:avLst/>
          </a:prstGeom>
        </p:spPr>
      </p:pic>
      <p:pic>
        <p:nvPicPr>
          <p:cNvPr id="11" name="図 10" descr="図形  中程度の精度で自動的に生成された説明">
            <a:extLst>
              <a:ext uri="{FF2B5EF4-FFF2-40B4-BE49-F238E27FC236}">
                <a16:creationId xmlns:a16="http://schemas.microsoft.com/office/drawing/2014/main" id="{CC09ABB4-B9AE-6975-A1D8-F9BC6F3DB66A}"/>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9883576" y="225385"/>
            <a:ext cx="1921676" cy="454955"/>
          </a:xfrm>
          <a:prstGeom prst="rect">
            <a:avLst/>
          </a:prstGeom>
        </p:spPr>
      </p:pic>
      <p:sp>
        <p:nvSpPr>
          <p:cNvPr id="9" name="コンテンツ プレースホルダー 6">
            <a:extLst>
              <a:ext uri="{FF2B5EF4-FFF2-40B4-BE49-F238E27FC236}">
                <a16:creationId xmlns:a16="http://schemas.microsoft.com/office/drawing/2014/main" id="{39FC62A1-2A00-15D4-4ADF-EF597B2B1774}"/>
              </a:ext>
            </a:extLst>
          </p:cNvPr>
          <p:cNvSpPr>
            <a:spLocks noGrp="1"/>
          </p:cNvSpPr>
          <p:nvPr>
            <p:ph sz="quarter" idx="13" hasCustomPrompt="1"/>
          </p:nvPr>
        </p:nvSpPr>
        <p:spPr>
          <a:xfrm>
            <a:off x="1285626" y="558140"/>
            <a:ext cx="3389892" cy="856592"/>
          </a:xfrm>
        </p:spPr>
        <p:txBody>
          <a:bodyPr>
            <a:normAutofit/>
          </a:bodyPr>
          <a:lstStyle>
            <a:lvl1pPr marL="0" indent="0">
              <a:buNone/>
              <a:defRPr sz="2000">
                <a:solidFill>
                  <a:schemeClr val="bg1"/>
                </a:solidFill>
              </a:defRPr>
            </a:lvl1pPr>
          </a:lstStyle>
          <a:p>
            <a:pPr lvl="0"/>
            <a:r>
              <a:rPr kumimoji="1" lang="ja-JP" altLang="en-US"/>
              <a:t>宛先</a:t>
            </a:r>
          </a:p>
        </p:txBody>
      </p:sp>
      <p:sp>
        <p:nvSpPr>
          <p:cNvPr id="13" name="コンテンツ プレースホルダー 6">
            <a:extLst>
              <a:ext uri="{FF2B5EF4-FFF2-40B4-BE49-F238E27FC236}">
                <a16:creationId xmlns:a16="http://schemas.microsoft.com/office/drawing/2014/main" id="{E2BFD2B4-E6DE-CE43-4A60-AB68D21168F0}"/>
              </a:ext>
            </a:extLst>
          </p:cNvPr>
          <p:cNvSpPr>
            <a:spLocks noGrp="1"/>
          </p:cNvSpPr>
          <p:nvPr>
            <p:ph sz="quarter" idx="14" hasCustomPrompt="1"/>
          </p:nvPr>
        </p:nvSpPr>
        <p:spPr>
          <a:xfrm>
            <a:off x="6096000" y="4344941"/>
            <a:ext cx="3570288" cy="1349569"/>
          </a:xfrm>
        </p:spPr>
        <p:txBody>
          <a:bodyPr>
            <a:normAutofit/>
          </a:bodyPr>
          <a:lstStyle>
            <a:lvl1pPr marL="0" indent="0">
              <a:buNone/>
              <a:defRPr sz="1600">
                <a:solidFill>
                  <a:schemeClr val="bg1"/>
                </a:solidFill>
              </a:defRPr>
            </a:lvl1pPr>
          </a:lstStyle>
          <a:p>
            <a:pPr lvl="0"/>
            <a:r>
              <a:rPr kumimoji="1" lang="ja-JP" altLang="en-US"/>
              <a:t>株式会社ベリサーブ</a:t>
            </a:r>
            <a:endParaRPr kumimoji="1" lang="en-US" altLang="ja-JP"/>
          </a:p>
          <a:p>
            <a:pPr lvl="0"/>
            <a:r>
              <a:rPr kumimoji="1" lang="ja-JP" altLang="en-US"/>
              <a:t>部署</a:t>
            </a:r>
            <a:endParaRPr kumimoji="1" lang="en-US" altLang="ja-JP"/>
          </a:p>
          <a:p>
            <a:pPr lvl="0"/>
            <a:r>
              <a:rPr kumimoji="1" lang="ja-JP" altLang="en-US"/>
              <a:t>名前</a:t>
            </a:r>
          </a:p>
        </p:txBody>
      </p:sp>
      <p:sp>
        <p:nvSpPr>
          <p:cNvPr id="15" name="コンテンツ プレースホルダー 6">
            <a:extLst>
              <a:ext uri="{FF2B5EF4-FFF2-40B4-BE49-F238E27FC236}">
                <a16:creationId xmlns:a16="http://schemas.microsoft.com/office/drawing/2014/main" id="{AC5E63AB-A021-432B-92D8-331090706FF9}"/>
              </a:ext>
            </a:extLst>
          </p:cNvPr>
          <p:cNvSpPr>
            <a:spLocks noGrp="1"/>
          </p:cNvSpPr>
          <p:nvPr>
            <p:ph sz="quarter" idx="15" hasCustomPrompt="1"/>
          </p:nvPr>
        </p:nvSpPr>
        <p:spPr>
          <a:xfrm>
            <a:off x="6096000" y="5858632"/>
            <a:ext cx="3570288" cy="430026"/>
          </a:xfrm>
        </p:spPr>
        <p:txBody>
          <a:bodyPr>
            <a:normAutofit/>
          </a:bodyPr>
          <a:lstStyle>
            <a:lvl1pPr marL="0" indent="0">
              <a:buNone/>
              <a:defRPr sz="1600">
                <a:solidFill>
                  <a:schemeClr val="bg1"/>
                </a:solidFill>
              </a:defRPr>
            </a:lvl1pPr>
          </a:lstStyle>
          <a:p>
            <a:pPr lvl="0"/>
            <a:r>
              <a:rPr kumimoji="1" lang="en-US" altLang="ja-JP"/>
              <a:t>2025</a:t>
            </a:r>
            <a:r>
              <a:rPr kumimoji="1" lang="ja-JP" altLang="en-US"/>
              <a:t>年</a:t>
            </a:r>
            <a:r>
              <a:rPr kumimoji="1" lang="en-US" altLang="ja-JP"/>
              <a:t>X</a:t>
            </a:r>
            <a:r>
              <a:rPr kumimoji="1" lang="ja-JP" altLang="en-US"/>
              <a:t>月</a:t>
            </a:r>
            <a:r>
              <a:rPr kumimoji="1" lang="en-US" altLang="ja-JP"/>
              <a:t>X</a:t>
            </a:r>
            <a:r>
              <a:rPr kumimoji="1" lang="ja-JP" altLang="en-US"/>
              <a:t>日</a:t>
            </a:r>
            <a:endParaRPr kumimoji="1" lang="en-US" altLang="ja-JP"/>
          </a:p>
        </p:txBody>
      </p:sp>
      <p:sp>
        <p:nvSpPr>
          <p:cNvPr id="14" name="テキスト ボックス 13">
            <a:extLst>
              <a:ext uri="{FF2B5EF4-FFF2-40B4-BE49-F238E27FC236}">
                <a16:creationId xmlns:a16="http://schemas.microsoft.com/office/drawing/2014/main" id="{F3CC2D02-F6CF-0345-AEEA-BCDB4B2C21CE}"/>
              </a:ext>
            </a:extLst>
          </p:cNvPr>
          <p:cNvSpPr txBox="1"/>
          <p:nvPr userDrawn="1"/>
        </p:nvSpPr>
        <p:spPr>
          <a:xfrm>
            <a:off x="8851" y="2869064"/>
            <a:ext cx="307777" cy="3284848"/>
          </a:xfrm>
          <a:prstGeom prst="rect">
            <a:avLst/>
          </a:prstGeom>
          <a:noFill/>
        </p:spPr>
        <p:txBody>
          <a:bodyPr vert="eaVert" wrap="square">
            <a:spAutoFit/>
          </a:bodyPr>
          <a:lstStyle/>
          <a:p>
            <a:pPr lvl="0"/>
            <a:r>
              <a:rPr kumimoji="1" lang="ja-JP" altLang="en-US" sz="800">
                <a:solidFill>
                  <a:schemeClr val="bg1">
                    <a:lumMod val="50000"/>
                  </a:schemeClr>
                </a:solidFill>
                <a:latin typeface="+mn-ea"/>
                <a:ea typeface="+mn-ea"/>
              </a:rPr>
              <a:t>会社名・商品名・サ−ビス名は各社の登録商標 </a:t>
            </a:r>
            <a:r>
              <a:rPr kumimoji="1" lang="ja-JP" altLang="en-US" sz="800" b="0">
                <a:solidFill>
                  <a:schemeClr val="bg1">
                    <a:lumMod val="50000"/>
                  </a:schemeClr>
                </a:solidFill>
                <a:latin typeface="HGP明朝B" panose="02020800000000000000" pitchFamily="18" charset="-128"/>
                <a:ea typeface="HGP明朝B" panose="02020800000000000000" pitchFamily="18" charset="-128"/>
              </a:rPr>
              <a:t>、</a:t>
            </a:r>
            <a:r>
              <a:rPr kumimoji="1" lang="ja-JP" altLang="en-US" sz="800">
                <a:solidFill>
                  <a:schemeClr val="bg1">
                    <a:lumMod val="50000"/>
                  </a:schemeClr>
                </a:solidFill>
                <a:latin typeface="+mn-ea"/>
                <a:ea typeface="+mn-ea"/>
              </a:rPr>
              <a:t>または商標です</a:t>
            </a:r>
          </a:p>
        </p:txBody>
      </p:sp>
    </p:spTree>
    <p:extLst>
      <p:ext uri="{BB962C8B-B14F-4D97-AF65-F5344CB8AC3E}">
        <p14:creationId xmlns:p14="http://schemas.microsoft.com/office/powerpoint/2010/main" val="511262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白_表紙">
    <p:bg>
      <p:bgRef idx="1001">
        <a:schemeClr val="bg1"/>
      </p:bgRef>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D343E7-2246-DFF1-7A5D-50A0E9C537BA}"/>
              </a:ext>
            </a:extLst>
          </p:cNvPr>
          <p:cNvSpPr>
            <a:spLocks noGrp="1"/>
          </p:cNvSpPr>
          <p:nvPr>
            <p:ph type="ctrTitle"/>
          </p:nvPr>
        </p:nvSpPr>
        <p:spPr>
          <a:xfrm>
            <a:off x="1285625" y="1999487"/>
            <a:ext cx="9620749" cy="1510475"/>
          </a:xfrm>
        </p:spPr>
        <p:txBody>
          <a:bodyPr anchor="b">
            <a:normAutofit/>
          </a:bodyPr>
          <a:lstStyle>
            <a:lvl1pPr algn="l">
              <a:lnSpc>
                <a:spcPct val="130000"/>
              </a:lnSpc>
              <a:defRPr sz="4000" b="1" i="0" spc="300">
                <a:solidFill>
                  <a:srgbClr val="004098"/>
                </a:solidFill>
                <a:latin typeface="+mj-ea"/>
                <a:ea typeface="+mj-ea"/>
              </a:defRPr>
            </a:lvl1pPr>
          </a:lstStyle>
          <a:p>
            <a:r>
              <a:rPr kumimoji="1" lang="ja-JP" altLang="en-US"/>
              <a:t>マスター タイトルの書式設定</a:t>
            </a:r>
          </a:p>
        </p:txBody>
      </p:sp>
      <p:sp>
        <p:nvSpPr>
          <p:cNvPr id="4" name="日付プレースホルダー 3">
            <a:extLst>
              <a:ext uri="{FF2B5EF4-FFF2-40B4-BE49-F238E27FC236}">
                <a16:creationId xmlns:a16="http://schemas.microsoft.com/office/drawing/2014/main" id="{227B8E63-9637-2707-94AB-42F626B09A49}"/>
              </a:ext>
            </a:extLst>
          </p:cNvPr>
          <p:cNvSpPr>
            <a:spLocks noGrp="1"/>
          </p:cNvSpPr>
          <p:nvPr>
            <p:ph type="dt" sz="half" idx="10"/>
          </p:nvPr>
        </p:nvSpPr>
        <p:spPr/>
        <p:txBody>
          <a:bodyPr/>
          <a:lstStyle/>
          <a:p>
            <a:fld id="{BB973515-480C-9C4A-8AAA-B3759DA3FA25}" type="datetime1">
              <a:rPr kumimoji="1" lang="ja-JP" altLang="en-US" smtClean="0"/>
              <a:t>2026/5/22</a:t>
            </a:fld>
            <a:endParaRPr kumimoji="1" lang="ja-JP" altLang="en-US"/>
          </a:p>
        </p:txBody>
      </p:sp>
      <p:sp>
        <p:nvSpPr>
          <p:cNvPr id="5" name="フッター プレースホルダー 4">
            <a:extLst>
              <a:ext uri="{FF2B5EF4-FFF2-40B4-BE49-F238E27FC236}">
                <a16:creationId xmlns:a16="http://schemas.microsoft.com/office/drawing/2014/main" id="{6E30F219-213A-E9E5-8033-80390A3B6B8D}"/>
              </a:ext>
            </a:extLst>
          </p:cNvPr>
          <p:cNvSpPr>
            <a:spLocks noGrp="1"/>
          </p:cNvSpPr>
          <p:nvPr>
            <p:ph type="ftr" sz="quarter" idx="11"/>
          </p:nvPr>
        </p:nvSpPr>
        <p:spPr/>
        <p:txBody>
          <a:bodyPr/>
          <a:lstStyle/>
          <a:p>
            <a:endParaRPr kumimoji="1" lang="ja-JP" altLang="en-US"/>
          </a:p>
        </p:txBody>
      </p:sp>
      <p:pic>
        <p:nvPicPr>
          <p:cNvPr id="8" name="図 7" descr="アイコン  自動的に生成された説明">
            <a:extLst>
              <a:ext uri="{FF2B5EF4-FFF2-40B4-BE49-F238E27FC236}">
                <a16:creationId xmlns:a16="http://schemas.microsoft.com/office/drawing/2014/main" id="{B9CF3555-AF46-DA0D-9675-44257CDA70CC}"/>
              </a:ext>
            </a:extLst>
          </p:cNvPr>
          <p:cNvPicPr>
            <a:picLocks noChangeAspect="1"/>
          </p:cNvPicPr>
          <p:nvPr userDrawn="1"/>
        </p:nvPicPr>
        <p:blipFill rotWithShape="1">
          <a:blip r:embed="rId2">
            <a:duotone>
              <a:prstClr val="black"/>
              <a:schemeClr val="accent4">
                <a:tint val="45000"/>
                <a:satMod val="400000"/>
              </a:schemeClr>
            </a:duotone>
          </a:blip>
          <a:srcRect l="-1" r="-4128" b="33406"/>
          <a:stretch/>
        </p:blipFill>
        <p:spPr>
          <a:xfrm>
            <a:off x="461223" y="3807798"/>
            <a:ext cx="4859924" cy="3050202"/>
          </a:xfrm>
          <a:prstGeom prst="rect">
            <a:avLst/>
          </a:prstGeom>
        </p:spPr>
      </p:pic>
      <p:pic>
        <p:nvPicPr>
          <p:cNvPr id="11" name="図 10" descr="図形  中程度の精度で自動的に生成された説明">
            <a:extLst>
              <a:ext uri="{FF2B5EF4-FFF2-40B4-BE49-F238E27FC236}">
                <a16:creationId xmlns:a16="http://schemas.microsoft.com/office/drawing/2014/main" id="{CC09ABB4-B9AE-6975-A1D8-F9BC6F3DB66A}"/>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9883576" y="225385"/>
            <a:ext cx="1921676" cy="454955"/>
          </a:xfrm>
          <a:prstGeom prst="rect">
            <a:avLst/>
          </a:prstGeom>
        </p:spPr>
      </p:pic>
      <p:sp>
        <p:nvSpPr>
          <p:cNvPr id="9" name="正方形/長方形 8">
            <a:extLst>
              <a:ext uri="{FF2B5EF4-FFF2-40B4-BE49-F238E27FC236}">
                <a16:creationId xmlns:a16="http://schemas.microsoft.com/office/drawing/2014/main" id="{F760C600-6B59-ED8E-4316-D7FC265AE98B}"/>
              </a:ext>
            </a:extLst>
          </p:cNvPr>
          <p:cNvSpPr/>
          <p:nvPr userDrawn="1"/>
        </p:nvSpPr>
        <p:spPr>
          <a:xfrm>
            <a:off x="0" y="0"/>
            <a:ext cx="321469" cy="6858000"/>
          </a:xfrm>
          <a:prstGeom prst="rect">
            <a:avLst/>
          </a:prstGeom>
          <a:solidFill>
            <a:srgbClr val="0040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
        <p:nvSpPr>
          <p:cNvPr id="14" name="テキスト ボックス 13">
            <a:extLst>
              <a:ext uri="{FF2B5EF4-FFF2-40B4-BE49-F238E27FC236}">
                <a16:creationId xmlns:a16="http://schemas.microsoft.com/office/drawing/2014/main" id="{5C7410A8-DE97-BEE1-8718-526A0CE5DAEE}"/>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75000"/>
                  </a:schemeClr>
                </a:solidFill>
                <a:latin typeface="游ゴシック" panose="020B0400000000000000" pitchFamily="50" charset="-128"/>
                <a:ea typeface="游ゴシック" panose="020B0400000000000000" pitchFamily="50" charset="-128"/>
              </a:rPr>
              <a:t>©︎2025 VeriServe Corp.  </a:t>
            </a:r>
            <a:endParaRPr kumimoji="1" lang="ja-JP" altLang="en-US" sz="800">
              <a:solidFill>
                <a:schemeClr val="bg1">
                  <a:lumMod val="75000"/>
                </a:schemeClr>
              </a:solidFill>
              <a:latin typeface="+mn-lt"/>
              <a:ea typeface="游ゴシック" panose="020B0400000000000000" pitchFamily="50" charset="-128"/>
            </a:endParaRPr>
          </a:p>
        </p:txBody>
      </p:sp>
      <p:sp>
        <p:nvSpPr>
          <p:cNvPr id="15" name="テキスト ボックス 14">
            <a:extLst>
              <a:ext uri="{FF2B5EF4-FFF2-40B4-BE49-F238E27FC236}">
                <a16:creationId xmlns:a16="http://schemas.microsoft.com/office/drawing/2014/main" id="{BC3B62D9-8357-8253-3D4C-64A236F57109}"/>
              </a:ext>
            </a:extLst>
          </p:cNvPr>
          <p:cNvSpPr txBox="1"/>
          <p:nvPr userDrawn="1"/>
        </p:nvSpPr>
        <p:spPr>
          <a:xfrm rot="5400000">
            <a:off x="-456830" y="2070711"/>
            <a:ext cx="1213749" cy="215444"/>
          </a:xfrm>
          <a:prstGeom prst="rect">
            <a:avLst/>
          </a:prstGeom>
          <a:noFill/>
        </p:spPr>
        <p:txBody>
          <a:bodyPr vert="horz" wrap="square">
            <a:spAutoFit/>
          </a:bodyPr>
          <a:lstStyle/>
          <a:p>
            <a:pPr lvl="0"/>
            <a:r>
              <a:rPr kumimoji="1" lang="en-US" altLang="ja-JP" sz="800">
                <a:solidFill>
                  <a:schemeClr val="bg1">
                    <a:lumMod val="75000"/>
                  </a:schemeClr>
                </a:solidFill>
                <a:latin typeface="+mn-lt"/>
                <a:ea typeface="游ゴシック" panose="020B0400000000000000" pitchFamily="50" charset="-128"/>
              </a:rPr>
              <a:t>CONFIDENTIAL</a:t>
            </a:r>
            <a:endParaRPr kumimoji="1" lang="ja-JP" altLang="en-US" sz="800">
              <a:solidFill>
                <a:schemeClr val="bg1">
                  <a:lumMod val="75000"/>
                </a:schemeClr>
              </a:solidFill>
              <a:latin typeface="+mn-lt"/>
              <a:ea typeface="游ゴシック" panose="020B0400000000000000" pitchFamily="50" charset="-128"/>
            </a:endParaRPr>
          </a:p>
        </p:txBody>
      </p:sp>
      <p:pic>
        <p:nvPicPr>
          <p:cNvPr id="23" name="図 22" descr="図形  中程度の精度で自動的に生成された説明">
            <a:extLst>
              <a:ext uri="{FF2B5EF4-FFF2-40B4-BE49-F238E27FC236}">
                <a16:creationId xmlns:a16="http://schemas.microsoft.com/office/drawing/2014/main" id="{50C11FDA-DC83-111D-8726-7017F201DF8F}"/>
              </a:ext>
            </a:extLst>
          </p:cNvPr>
          <p:cNvPicPr>
            <a:picLocks noChangeAspect="1"/>
          </p:cNvPicPr>
          <p:nvPr userDrawn="1"/>
        </p:nvPicPr>
        <p:blipFill>
          <a:blip r:embed="rId5"/>
          <a:stretch>
            <a:fillRect/>
          </a:stretch>
        </p:blipFill>
        <p:spPr>
          <a:xfrm>
            <a:off x="9825822" y="239931"/>
            <a:ext cx="1921677" cy="454955"/>
          </a:xfrm>
          <a:prstGeom prst="rect">
            <a:avLst/>
          </a:prstGeom>
        </p:spPr>
      </p:pic>
      <p:sp>
        <p:nvSpPr>
          <p:cNvPr id="6" name="テキスト ボックス 5">
            <a:extLst>
              <a:ext uri="{FF2B5EF4-FFF2-40B4-BE49-F238E27FC236}">
                <a16:creationId xmlns:a16="http://schemas.microsoft.com/office/drawing/2014/main" id="{D9D4ABF7-F637-9FF4-585E-B39E7B95989A}"/>
              </a:ext>
            </a:extLst>
          </p:cNvPr>
          <p:cNvSpPr txBox="1"/>
          <p:nvPr userDrawn="1"/>
        </p:nvSpPr>
        <p:spPr>
          <a:xfrm>
            <a:off x="8851" y="2869064"/>
            <a:ext cx="307777" cy="3101968"/>
          </a:xfrm>
          <a:prstGeom prst="rect">
            <a:avLst/>
          </a:prstGeom>
          <a:noFill/>
        </p:spPr>
        <p:txBody>
          <a:bodyPr vert="eaVert" wrap="square">
            <a:spAutoFit/>
          </a:bodyPr>
          <a:lstStyle/>
          <a:p>
            <a:pPr lvl="0"/>
            <a:r>
              <a:rPr kumimoji="1" lang="ja-JP" altLang="en-US" sz="800">
                <a:solidFill>
                  <a:schemeClr val="bg1">
                    <a:lumMod val="75000"/>
                  </a:schemeClr>
                </a:solidFill>
                <a:latin typeface="+mn-ea"/>
                <a:ea typeface="+mn-ea"/>
              </a:rPr>
              <a:t>会社名・商品名・サ−ビス名は各社の登録商標 </a:t>
            </a:r>
            <a:r>
              <a:rPr kumimoji="1" lang="ja-JP" altLang="en-US" sz="800">
                <a:solidFill>
                  <a:schemeClr val="bg1">
                    <a:lumMod val="75000"/>
                  </a:schemeClr>
                </a:solidFill>
                <a:latin typeface="HGP明朝B" panose="02020800000000000000" pitchFamily="18" charset="-128"/>
                <a:ea typeface="HGP明朝B" panose="02020800000000000000" pitchFamily="18" charset="-128"/>
              </a:rPr>
              <a:t>、</a:t>
            </a:r>
            <a:r>
              <a:rPr kumimoji="1" lang="ja-JP" altLang="en-US" sz="800">
                <a:solidFill>
                  <a:schemeClr val="bg1">
                    <a:lumMod val="75000"/>
                  </a:schemeClr>
                </a:solidFill>
                <a:latin typeface="+mn-ea"/>
                <a:ea typeface="+mn-ea"/>
              </a:rPr>
              <a:t>または商標です</a:t>
            </a:r>
          </a:p>
        </p:txBody>
      </p:sp>
      <p:sp>
        <p:nvSpPr>
          <p:cNvPr id="3" name="コンテンツ プレースホルダー 6">
            <a:extLst>
              <a:ext uri="{FF2B5EF4-FFF2-40B4-BE49-F238E27FC236}">
                <a16:creationId xmlns:a16="http://schemas.microsoft.com/office/drawing/2014/main" id="{36C4627A-C0D3-89CB-A700-125F7FA5E286}"/>
              </a:ext>
            </a:extLst>
          </p:cNvPr>
          <p:cNvSpPr>
            <a:spLocks noGrp="1"/>
          </p:cNvSpPr>
          <p:nvPr>
            <p:ph sz="quarter" idx="13" hasCustomPrompt="1"/>
          </p:nvPr>
        </p:nvSpPr>
        <p:spPr>
          <a:xfrm>
            <a:off x="1285626" y="558140"/>
            <a:ext cx="3389892" cy="856592"/>
          </a:xfrm>
        </p:spPr>
        <p:txBody>
          <a:bodyPr>
            <a:normAutofit/>
          </a:bodyPr>
          <a:lstStyle>
            <a:lvl1pPr marL="0" indent="0">
              <a:buNone/>
              <a:defRPr sz="2000">
                <a:solidFill>
                  <a:srgbClr val="004098"/>
                </a:solidFill>
              </a:defRPr>
            </a:lvl1pPr>
          </a:lstStyle>
          <a:p>
            <a:pPr lvl="0"/>
            <a:r>
              <a:rPr kumimoji="1" lang="ja-JP" altLang="en-US"/>
              <a:t>宛先</a:t>
            </a:r>
          </a:p>
        </p:txBody>
      </p:sp>
      <p:sp>
        <p:nvSpPr>
          <p:cNvPr id="12" name="コンテンツ プレースホルダー 6">
            <a:extLst>
              <a:ext uri="{FF2B5EF4-FFF2-40B4-BE49-F238E27FC236}">
                <a16:creationId xmlns:a16="http://schemas.microsoft.com/office/drawing/2014/main" id="{0B74E82D-6EE3-3109-29B0-A82A61BD7B0B}"/>
              </a:ext>
            </a:extLst>
          </p:cNvPr>
          <p:cNvSpPr>
            <a:spLocks noGrp="1"/>
          </p:cNvSpPr>
          <p:nvPr>
            <p:ph sz="quarter" idx="14" hasCustomPrompt="1"/>
          </p:nvPr>
        </p:nvSpPr>
        <p:spPr>
          <a:xfrm>
            <a:off x="6096000" y="4344941"/>
            <a:ext cx="3570288" cy="1349569"/>
          </a:xfrm>
        </p:spPr>
        <p:txBody>
          <a:bodyPr>
            <a:normAutofit/>
          </a:bodyPr>
          <a:lstStyle>
            <a:lvl1pPr marL="0" indent="0">
              <a:buNone/>
              <a:defRPr sz="1600">
                <a:solidFill>
                  <a:srgbClr val="004098"/>
                </a:solidFill>
              </a:defRPr>
            </a:lvl1pPr>
          </a:lstStyle>
          <a:p>
            <a:pPr lvl="0"/>
            <a:r>
              <a:rPr kumimoji="1" lang="ja-JP" altLang="en-US"/>
              <a:t>株式会社ベリサーブ</a:t>
            </a:r>
            <a:endParaRPr kumimoji="1" lang="en-US" altLang="ja-JP"/>
          </a:p>
          <a:p>
            <a:pPr lvl="0"/>
            <a:r>
              <a:rPr kumimoji="1" lang="ja-JP" altLang="en-US"/>
              <a:t>部署</a:t>
            </a:r>
            <a:endParaRPr kumimoji="1" lang="en-US" altLang="ja-JP"/>
          </a:p>
          <a:p>
            <a:pPr lvl="0"/>
            <a:r>
              <a:rPr kumimoji="1" lang="ja-JP" altLang="en-US"/>
              <a:t>名前</a:t>
            </a:r>
          </a:p>
        </p:txBody>
      </p:sp>
      <p:sp>
        <p:nvSpPr>
          <p:cNvPr id="18" name="コンテンツ プレースホルダー 6">
            <a:extLst>
              <a:ext uri="{FF2B5EF4-FFF2-40B4-BE49-F238E27FC236}">
                <a16:creationId xmlns:a16="http://schemas.microsoft.com/office/drawing/2014/main" id="{C573E970-5A15-E4C5-3517-B5E5CE881B0F}"/>
              </a:ext>
            </a:extLst>
          </p:cNvPr>
          <p:cNvSpPr>
            <a:spLocks noGrp="1"/>
          </p:cNvSpPr>
          <p:nvPr>
            <p:ph sz="quarter" idx="15" hasCustomPrompt="1"/>
          </p:nvPr>
        </p:nvSpPr>
        <p:spPr>
          <a:xfrm>
            <a:off x="6096000" y="5858632"/>
            <a:ext cx="3570288" cy="430026"/>
          </a:xfrm>
        </p:spPr>
        <p:txBody>
          <a:bodyPr>
            <a:normAutofit/>
          </a:bodyPr>
          <a:lstStyle>
            <a:lvl1pPr marL="0" indent="0">
              <a:buNone/>
              <a:defRPr sz="1600">
                <a:solidFill>
                  <a:srgbClr val="004098"/>
                </a:solidFill>
              </a:defRPr>
            </a:lvl1pPr>
          </a:lstStyle>
          <a:p>
            <a:pPr lvl="0"/>
            <a:r>
              <a:rPr kumimoji="1" lang="en-US" altLang="ja-JP"/>
              <a:t>2025</a:t>
            </a:r>
            <a:r>
              <a:rPr kumimoji="1" lang="ja-JP" altLang="en-US"/>
              <a:t>年</a:t>
            </a:r>
            <a:r>
              <a:rPr kumimoji="1" lang="en-US" altLang="ja-JP"/>
              <a:t>X</a:t>
            </a:r>
            <a:r>
              <a:rPr kumimoji="1" lang="ja-JP" altLang="en-US"/>
              <a:t>月</a:t>
            </a:r>
            <a:r>
              <a:rPr kumimoji="1" lang="en-US" altLang="ja-JP"/>
              <a:t>X</a:t>
            </a:r>
            <a:r>
              <a:rPr kumimoji="1" lang="ja-JP" altLang="en-US"/>
              <a:t>日</a:t>
            </a:r>
            <a:endParaRPr kumimoji="1" lang="en-US" altLang="ja-JP"/>
          </a:p>
        </p:txBody>
      </p:sp>
      <p:sp>
        <p:nvSpPr>
          <p:cNvPr id="7" name="字幕 2">
            <a:extLst>
              <a:ext uri="{FF2B5EF4-FFF2-40B4-BE49-F238E27FC236}">
                <a16:creationId xmlns:a16="http://schemas.microsoft.com/office/drawing/2014/main" id="{89D4BB2D-078D-C2CE-5D9D-BA5C3B5CC0BA}"/>
              </a:ext>
            </a:extLst>
          </p:cNvPr>
          <p:cNvSpPr>
            <a:spLocks noGrp="1"/>
          </p:cNvSpPr>
          <p:nvPr>
            <p:ph type="subTitle" idx="1"/>
          </p:nvPr>
        </p:nvSpPr>
        <p:spPr>
          <a:xfrm>
            <a:off x="6096000" y="3725865"/>
            <a:ext cx="5765321" cy="454955"/>
          </a:xfrm>
        </p:spPr>
        <p:txBody>
          <a:bodyPr>
            <a:noAutofit/>
          </a:bodyPr>
          <a:lstStyle>
            <a:lvl1pPr marL="0" indent="0" algn="l">
              <a:lnSpc>
                <a:spcPct val="130000"/>
              </a:lnSpc>
              <a:buNone/>
              <a:defRPr sz="2000">
                <a:solidFill>
                  <a:srgbClr val="004098"/>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Tree>
    <p:extLst>
      <p:ext uri="{BB962C8B-B14F-4D97-AF65-F5344CB8AC3E}">
        <p14:creationId xmlns:p14="http://schemas.microsoft.com/office/powerpoint/2010/main" val="1508408633"/>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青_中表紙">
    <p:bg>
      <p:bgPr>
        <a:solidFill>
          <a:srgbClr val="004098"/>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D26D2627-8727-0A9A-F544-81170F958B60}"/>
              </a:ext>
            </a:extLst>
          </p:cNvPr>
          <p:cNvSpPr/>
          <p:nvPr userDrawn="1"/>
        </p:nvSpPr>
        <p:spPr>
          <a:xfrm>
            <a:off x="0" y="0"/>
            <a:ext cx="321469"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7C97BCB5-80FA-7527-5748-D0F86B2DF5C7}"/>
              </a:ext>
            </a:extLst>
          </p:cNvPr>
          <p:cNvSpPr>
            <a:spLocks noGrp="1"/>
          </p:cNvSpPr>
          <p:nvPr>
            <p:ph type="title"/>
          </p:nvPr>
        </p:nvSpPr>
        <p:spPr>
          <a:xfrm>
            <a:off x="803275" y="1338965"/>
            <a:ext cx="10837863" cy="2219856"/>
          </a:xfrm>
        </p:spPr>
        <p:txBody>
          <a:bodyPr anchor="b">
            <a:normAutofit/>
          </a:bodyPr>
          <a:lstStyle>
            <a:lvl1pPr algn="ctr">
              <a:defRPr sz="4800" b="1" i="0" spc="300">
                <a:solidFill>
                  <a:schemeClr val="bg1"/>
                </a:solidFill>
                <a:latin typeface="+mj-ea"/>
                <a:ea typeface="+mj-ea"/>
                <a:cs typeface="Arial" panose="020B0604020202020204" pitchFamily="34" charset="0"/>
              </a:defRPr>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62A21C8-3FBE-463C-23A2-BFE0F31AE82F}"/>
              </a:ext>
            </a:extLst>
          </p:cNvPr>
          <p:cNvSpPr>
            <a:spLocks noGrp="1"/>
          </p:cNvSpPr>
          <p:nvPr>
            <p:ph type="body" idx="1"/>
          </p:nvPr>
        </p:nvSpPr>
        <p:spPr>
          <a:xfrm>
            <a:off x="803275" y="4218689"/>
            <a:ext cx="10837863" cy="1500187"/>
          </a:xfrm>
        </p:spPr>
        <p:txBody>
          <a:bodyPr/>
          <a:lstStyle>
            <a:lvl1pPr marL="0" indent="0" algn="ctr">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2754C15-70A2-D7F9-BBF0-B38F819BF1B5}"/>
              </a:ext>
            </a:extLst>
          </p:cNvPr>
          <p:cNvSpPr>
            <a:spLocks noGrp="1"/>
          </p:cNvSpPr>
          <p:nvPr>
            <p:ph type="dt" sz="half" idx="10"/>
          </p:nvPr>
        </p:nvSpPr>
        <p:spPr/>
        <p:txBody>
          <a:bodyPr/>
          <a:lstStyle/>
          <a:p>
            <a:fld id="{F82B9B99-552D-684E-BB34-46E98F430A1F}" type="datetime1">
              <a:rPr kumimoji="1" lang="ja-JP" altLang="en-US" smtClean="0"/>
              <a:t>2026/5/22</a:t>
            </a:fld>
            <a:endParaRPr kumimoji="1" lang="ja-JP" altLang="en-US"/>
          </a:p>
        </p:txBody>
      </p:sp>
      <p:sp>
        <p:nvSpPr>
          <p:cNvPr id="5" name="フッター プレースホルダー 4">
            <a:extLst>
              <a:ext uri="{FF2B5EF4-FFF2-40B4-BE49-F238E27FC236}">
                <a16:creationId xmlns:a16="http://schemas.microsoft.com/office/drawing/2014/main" id="{E3D13EC8-8E92-1461-1A04-224E10FE5EED}"/>
              </a:ext>
            </a:extLst>
          </p:cNvPr>
          <p:cNvSpPr>
            <a:spLocks noGrp="1"/>
          </p:cNvSpPr>
          <p:nvPr>
            <p:ph type="ftr" sz="quarter" idx="11"/>
          </p:nvPr>
        </p:nvSpPr>
        <p:spPr/>
        <p:txBody>
          <a:bodyPr/>
          <a:lstStyle/>
          <a:p>
            <a:endParaRPr kumimoji="1" lang="ja-JP" altLang="en-US"/>
          </a:p>
        </p:txBody>
      </p:sp>
      <p:sp>
        <p:nvSpPr>
          <p:cNvPr id="10" name="テキスト ボックス 9">
            <a:extLst>
              <a:ext uri="{FF2B5EF4-FFF2-40B4-BE49-F238E27FC236}">
                <a16:creationId xmlns:a16="http://schemas.microsoft.com/office/drawing/2014/main" id="{2287CC6D-2B09-B40D-9430-0A0AF477EC0E}"/>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50000"/>
                  </a:schemeClr>
                </a:solidFill>
                <a:latin typeface="游ゴシック" panose="020B0400000000000000" pitchFamily="50" charset="-128"/>
                <a:ea typeface="游ゴシック" panose="020B0400000000000000" pitchFamily="50" charset="-128"/>
              </a:rPr>
              <a:t>©︎2025 VeriServe Corp.  </a:t>
            </a:r>
            <a:endParaRPr kumimoji="1" lang="ja-JP" altLang="en-US" sz="800">
              <a:solidFill>
                <a:schemeClr val="bg1">
                  <a:lumMod val="50000"/>
                </a:schemeClr>
              </a:solidFill>
              <a:latin typeface="+mn-lt"/>
              <a:ea typeface="游ゴシック" panose="020B0400000000000000" pitchFamily="50" charset="-128"/>
            </a:endParaRPr>
          </a:p>
        </p:txBody>
      </p:sp>
      <p:sp>
        <p:nvSpPr>
          <p:cNvPr id="12" name="テキスト ボックス 11">
            <a:extLst>
              <a:ext uri="{FF2B5EF4-FFF2-40B4-BE49-F238E27FC236}">
                <a16:creationId xmlns:a16="http://schemas.microsoft.com/office/drawing/2014/main" id="{ADABA662-159A-B17D-12B1-26BDE6DEEB53}"/>
              </a:ext>
            </a:extLst>
          </p:cNvPr>
          <p:cNvSpPr txBox="1"/>
          <p:nvPr userDrawn="1"/>
        </p:nvSpPr>
        <p:spPr>
          <a:xfrm rot="5400000">
            <a:off x="-456830" y="2070711"/>
            <a:ext cx="1213749" cy="215444"/>
          </a:xfrm>
          <a:prstGeom prst="rect">
            <a:avLst/>
          </a:prstGeom>
          <a:noFill/>
        </p:spPr>
        <p:txBody>
          <a:bodyPr vert="horz" wrap="square">
            <a:spAutoFit/>
          </a:bodyPr>
          <a:lstStyle/>
          <a:p>
            <a:pPr lvl="0"/>
            <a:r>
              <a:rPr kumimoji="1" lang="en-US" altLang="ja-JP" sz="800">
                <a:solidFill>
                  <a:schemeClr val="bg1">
                    <a:lumMod val="50000"/>
                  </a:schemeClr>
                </a:solidFill>
                <a:latin typeface="+mn-lt"/>
                <a:ea typeface="游ゴシック" panose="020B0400000000000000" pitchFamily="50" charset="-128"/>
              </a:rPr>
              <a:t>CONFIDENTIAL</a:t>
            </a:r>
            <a:endParaRPr kumimoji="1" lang="ja-JP" altLang="en-US" sz="800">
              <a:solidFill>
                <a:schemeClr val="bg1">
                  <a:lumMod val="50000"/>
                </a:schemeClr>
              </a:solidFill>
              <a:latin typeface="+mn-lt"/>
              <a:ea typeface="游ゴシック" panose="020B0400000000000000" pitchFamily="50" charset="-128"/>
            </a:endParaRPr>
          </a:p>
        </p:txBody>
      </p:sp>
      <p:cxnSp>
        <p:nvCxnSpPr>
          <p:cNvPr id="14" name="直線コネクタ 13">
            <a:extLst>
              <a:ext uri="{FF2B5EF4-FFF2-40B4-BE49-F238E27FC236}">
                <a16:creationId xmlns:a16="http://schemas.microsoft.com/office/drawing/2014/main" id="{A8DE8DFA-93C8-A881-AADC-ED32F53BFBB9}"/>
              </a:ext>
            </a:extLst>
          </p:cNvPr>
          <p:cNvCxnSpPr>
            <a:cxnSpLocks/>
          </p:cNvCxnSpPr>
          <p:nvPr userDrawn="1"/>
        </p:nvCxnSpPr>
        <p:spPr>
          <a:xfrm>
            <a:off x="2259806" y="3793069"/>
            <a:ext cx="79248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図 5" descr="図形  中程度の精度で自動的に生成された説明">
            <a:extLst>
              <a:ext uri="{FF2B5EF4-FFF2-40B4-BE49-F238E27FC236}">
                <a16:creationId xmlns:a16="http://schemas.microsoft.com/office/drawing/2014/main" id="{167F5BB2-3901-16A1-1248-887671AF2AD5}"/>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10712547" y="6432378"/>
            <a:ext cx="1125241" cy="266400"/>
          </a:xfrm>
          <a:prstGeom prst="rect">
            <a:avLst/>
          </a:prstGeom>
        </p:spPr>
      </p:pic>
      <p:sp>
        <p:nvSpPr>
          <p:cNvPr id="13" name="テキスト ボックス 12">
            <a:extLst>
              <a:ext uri="{FF2B5EF4-FFF2-40B4-BE49-F238E27FC236}">
                <a16:creationId xmlns:a16="http://schemas.microsoft.com/office/drawing/2014/main" id="{9D1A5A23-4BAA-2E89-6743-AC76742E4D6F}"/>
              </a:ext>
            </a:extLst>
          </p:cNvPr>
          <p:cNvSpPr txBox="1"/>
          <p:nvPr userDrawn="1"/>
        </p:nvSpPr>
        <p:spPr>
          <a:xfrm>
            <a:off x="13875" y="6469541"/>
            <a:ext cx="294953" cy="184666"/>
          </a:xfrm>
          <a:prstGeom prst="rect">
            <a:avLst/>
          </a:prstGeom>
          <a:noFill/>
        </p:spPr>
        <p:txBody>
          <a:bodyPr wrap="none" lIns="0" tIns="0" rIns="0" bIns="0" rtlCol="0">
            <a:spAutoFit/>
          </a:bodyPr>
          <a:lstStyle/>
          <a:p>
            <a:pPr algn="ctr"/>
            <a:fld id="{6BB6987E-DEA3-4B61-8C0A-028B33D0CFA7}" type="slidenum">
              <a:rPr kumimoji="1" lang="ja-JP" altLang="en-US" sz="1200" b="0" i="0" u="none" strike="noStrike" kern="1200" cap="none" spc="0" normalizeH="0" baseline="0" noProof="0" smtClean="0">
                <a:ln>
                  <a:noFill/>
                </a:ln>
                <a:solidFill>
                  <a:schemeClr val="bg1">
                    <a:lumMod val="50000"/>
                  </a:schemeClr>
                </a:solidFill>
                <a:effectLst/>
                <a:uLnTx/>
                <a:uFillTx/>
                <a:latin typeface="+mn-ea"/>
                <a:ea typeface="+mn-ea"/>
                <a:cs typeface="+mn-cs"/>
              </a:rPr>
              <a:pPr algn="ctr"/>
              <a:t>‹#›</a:t>
            </a:fld>
            <a:endParaRPr kumimoji="1" lang="ja-JP" altLang="en-US" sz="3200">
              <a:solidFill>
                <a:schemeClr val="bg1">
                  <a:lumMod val="50000"/>
                </a:schemeClr>
              </a:solidFill>
              <a:latin typeface="+mn-ea"/>
              <a:ea typeface="+mn-ea"/>
            </a:endParaRPr>
          </a:p>
        </p:txBody>
      </p:sp>
      <p:sp>
        <p:nvSpPr>
          <p:cNvPr id="9" name="テキスト ボックス 8">
            <a:extLst>
              <a:ext uri="{FF2B5EF4-FFF2-40B4-BE49-F238E27FC236}">
                <a16:creationId xmlns:a16="http://schemas.microsoft.com/office/drawing/2014/main" id="{24322C28-5D07-277A-AD1C-420BEAE7CDFF}"/>
              </a:ext>
            </a:extLst>
          </p:cNvPr>
          <p:cNvSpPr txBox="1"/>
          <p:nvPr userDrawn="1"/>
        </p:nvSpPr>
        <p:spPr>
          <a:xfrm>
            <a:off x="8851" y="2869064"/>
            <a:ext cx="307777" cy="3284848"/>
          </a:xfrm>
          <a:prstGeom prst="rect">
            <a:avLst/>
          </a:prstGeom>
          <a:noFill/>
        </p:spPr>
        <p:txBody>
          <a:bodyPr vert="eaVert" wrap="square">
            <a:spAutoFit/>
          </a:bodyPr>
          <a:lstStyle/>
          <a:p>
            <a:pPr lvl="0"/>
            <a:r>
              <a:rPr kumimoji="1" lang="ja-JP" altLang="en-US" sz="800">
                <a:solidFill>
                  <a:schemeClr val="bg1">
                    <a:lumMod val="50000"/>
                  </a:schemeClr>
                </a:solidFill>
                <a:latin typeface="+mn-ea"/>
                <a:ea typeface="+mn-ea"/>
              </a:rPr>
              <a:t>会社名・商品名・サ−ビス名は各社の登録商標 </a:t>
            </a:r>
            <a:r>
              <a:rPr kumimoji="1" lang="ja-JP" altLang="en-US" sz="800" b="0">
                <a:solidFill>
                  <a:schemeClr val="bg1">
                    <a:lumMod val="50000"/>
                  </a:schemeClr>
                </a:solidFill>
                <a:latin typeface="HGP明朝B" panose="02020800000000000000" pitchFamily="18" charset="-128"/>
                <a:ea typeface="HGP明朝B" panose="02020800000000000000" pitchFamily="18" charset="-128"/>
              </a:rPr>
              <a:t>、</a:t>
            </a:r>
            <a:r>
              <a:rPr kumimoji="1" lang="ja-JP" altLang="en-US" sz="800">
                <a:solidFill>
                  <a:schemeClr val="bg1">
                    <a:lumMod val="50000"/>
                  </a:schemeClr>
                </a:solidFill>
                <a:latin typeface="+mn-ea"/>
                <a:ea typeface="+mn-ea"/>
              </a:rPr>
              <a:t>または商標です</a:t>
            </a:r>
          </a:p>
        </p:txBody>
      </p:sp>
    </p:spTree>
    <p:extLst>
      <p:ext uri="{BB962C8B-B14F-4D97-AF65-F5344CB8AC3E}">
        <p14:creationId xmlns:p14="http://schemas.microsoft.com/office/powerpoint/2010/main" val="1167696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白_中表紙">
    <p:bg>
      <p:bgRef idx="1001">
        <a:schemeClr val="bg1"/>
      </p:bgRef>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97BCB5-80FA-7527-5748-D0F86B2DF5C7}"/>
              </a:ext>
            </a:extLst>
          </p:cNvPr>
          <p:cNvSpPr>
            <a:spLocks noGrp="1"/>
          </p:cNvSpPr>
          <p:nvPr>
            <p:ph type="title"/>
          </p:nvPr>
        </p:nvSpPr>
        <p:spPr>
          <a:xfrm>
            <a:off x="803275" y="1338965"/>
            <a:ext cx="10837863" cy="2219856"/>
          </a:xfrm>
        </p:spPr>
        <p:txBody>
          <a:bodyPr anchor="b">
            <a:normAutofit/>
          </a:bodyPr>
          <a:lstStyle>
            <a:lvl1pPr algn="ctr">
              <a:defRPr sz="4800" b="1" i="0" spc="300">
                <a:solidFill>
                  <a:srgbClr val="004098"/>
                </a:solidFill>
                <a:latin typeface="+mj-ea"/>
                <a:ea typeface="+mj-ea"/>
                <a:cs typeface="Arial" panose="020B0604020202020204" pitchFamily="34" charset="0"/>
              </a:defRPr>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62A21C8-3FBE-463C-23A2-BFE0F31AE82F}"/>
              </a:ext>
            </a:extLst>
          </p:cNvPr>
          <p:cNvSpPr>
            <a:spLocks noGrp="1"/>
          </p:cNvSpPr>
          <p:nvPr>
            <p:ph type="body" idx="1"/>
          </p:nvPr>
        </p:nvSpPr>
        <p:spPr>
          <a:xfrm>
            <a:off x="803275" y="4218689"/>
            <a:ext cx="10837863" cy="1500187"/>
          </a:xfrm>
        </p:spPr>
        <p:txBody>
          <a:bodyPr/>
          <a:lstStyle>
            <a:lvl1pPr marL="0" indent="0" algn="ctr">
              <a:buNone/>
              <a:defRPr sz="2400">
                <a:solidFill>
                  <a:srgbClr val="004098"/>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2754C15-70A2-D7F9-BBF0-B38F819BF1B5}"/>
              </a:ext>
            </a:extLst>
          </p:cNvPr>
          <p:cNvSpPr>
            <a:spLocks noGrp="1"/>
          </p:cNvSpPr>
          <p:nvPr>
            <p:ph type="dt" sz="half" idx="10"/>
          </p:nvPr>
        </p:nvSpPr>
        <p:spPr/>
        <p:txBody>
          <a:bodyPr/>
          <a:lstStyle/>
          <a:p>
            <a:fld id="{F82B9B99-552D-684E-BB34-46E98F430A1F}" type="datetime1">
              <a:rPr kumimoji="1" lang="ja-JP" altLang="en-US" smtClean="0"/>
              <a:t>2026/5/22</a:t>
            </a:fld>
            <a:endParaRPr kumimoji="1" lang="ja-JP" altLang="en-US"/>
          </a:p>
        </p:txBody>
      </p:sp>
      <p:sp>
        <p:nvSpPr>
          <p:cNvPr id="5" name="フッター プレースホルダー 4">
            <a:extLst>
              <a:ext uri="{FF2B5EF4-FFF2-40B4-BE49-F238E27FC236}">
                <a16:creationId xmlns:a16="http://schemas.microsoft.com/office/drawing/2014/main" id="{E3D13EC8-8E92-1461-1A04-224E10FE5EED}"/>
              </a:ext>
            </a:extLst>
          </p:cNvPr>
          <p:cNvSpPr>
            <a:spLocks noGrp="1"/>
          </p:cNvSpPr>
          <p:nvPr>
            <p:ph type="ftr" sz="quarter" idx="11"/>
          </p:nvPr>
        </p:nvSpPr>
        <p:spPr/>
        <p:txBody>
          <a:bodyPr/>
          <a:lstStyle/>
          <a:p>
            <a:endParaRPr kumimoji="1" lang="ja-JP" altLang="en-US"/>
          </a:p>
        </p:txBody>
      </p:sp>
      <p:cxnSp>
        <p:nvCxnSpPr>
          <p:cNvPr id="14" name="直線コネクタ 13">
            <a:extLst>
              <a:ext uri="{FF2B5EF4-FFF2-40B4-BE49-F238E27FC236}">
                <a16:creationId xmlns:a16="http://schemas.microsoft.com/office/drawing/2014/main" id="{A8DE8DFA-93C8-A881-AADC-ED32F53BFBB9}"/>
              </a:ext>
            </a:extLst>
          </p:cNvPr>
          <p:cNvCxnSpPr>
            <a:cxnSpLocks/>
          </p:cNvCxnSpPr>
          <p:nvPr userDrawn="1"/>
        </p:nvCxnSpPr>
        <p:spPr>
          <a:xfrm>
            <a:off x="2389632" y="3793069"/>
            <a:ext cx="79248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7" name="図 16" descr="挿絵 が含まれている画像  自動的に生成された説明">
            <a:extLst>
              <a:ext uri="{FF2B5EF4-FFF2-40B4-BE49-F238E27FC236}">
                <a16:creationId xmlns:a16="http://schemas.microsoft.com/office/drawing/2014/main" id="{5745E813-90D0-E4CA-182F-10B328FBD961}"/>
              </a:ext>
            </a:extLst>
          </p:cNvPr>
          <p:cNvPicPr>
            <a:picLocks noChangeAspect="1"/>
          </p:cNvPicPr>
          <p:nvPr userDrawn="1"/>
        </p:nvPicPr>
        <p:blipFill>
          <a:blip r:embed="rId2"/>
          <a:stretch>
            <a:fillRect/>
          </a:stretch>
        </p:blipFill>
        <p:spPr>
          <a:xfrm>
            <a:off x="10680191" y="378199"/>
            <a:ext cx="1161173" cy="183688"/>
          </a:xfrm>
          <a:prstGeom prst="rect">
            <a:avLst/>
          </a:prstGeom>
        </p:spPr>
      </p:pic>
      <p:sp>
        <p:nvSpPr>
          <p:cNvPr id="8" name="正方形/長方形 7">
            <a:extLst>
              <a:ext uri="{FF2B5EF4-FFF2-40B4-BE49-F238E27FC236}">
                <a16:creationId xmlns:a16="http://schemas.microsoft.com/office/drawing/2014/main" id="{835F81BF-44CC-D467-79B5-463379CCCBF3}"/>
              </a:ext>
            </a:extLst>
          </p:cNvPr>
          <p:cNvSpPr/>
          <p:nvPr userDrawn="1"/>
        </p:nvSpPr>
        <p:spPr>
          <a:xfrm>
            <a:off x="0" y="0"/>
            <a:ext cx="321469" cy="6858000"/>
          </a:xfrm>
          <a:prstGeom prst="rect">
            <a:avLst/>
          </a:prstGeom>
          <a:solidFill>
            <a:srgbClr val="0040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00155EF2-B505-01B2-C87F-397D29CE5E2B}"/>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75000"/>
                  </a:schemeClr>
                </a:solidFill>
                <a:latin typeface="游ゴシック" panose="020B0400000000000000" pitchFamily="50" charset="-128"/>
                <a:ea typeface="游ゴシック" panose="020B0400000000000000" pitchFamily="50" charset="-128"/>
              </a:rPr>
              <a:t>©︎2025 VeriServe Corp.  </a:t>
            </a:r>
            <a:endParaRPr kumimoji="1" lang="ja-JP" altLang="en-US" sz="800">
              <a:solidFill>
                <a:schemeClr val="bg1">
                  <a:lumMod val="75000"/>
                </a:schemeClr>
              </a:solidFill>
              <a:latin typeface="+mn-lt"/>
              <a:ea typeface="游ゴシック" panose="020B0400000000000000" pitchFamily="50" charset="-128"/>
            </a:endParaRPr>
          </a:p>
        </p:txBody>
      </p:sp>
      <p:sp>
        <p:nvSpPr>
          <p:cNvPr id="15" name="テキスト ボックス 14">
            <a:extLst>
              <a:ext uri="{FF2B5EF4-FFF2-40B4-BE49-F238E27FC236}">
                <a16:creationId xmlns:a16="http://schemas.microsoft.com/office/drawing/2014/main" id="{D314D824-C29E-DD00-7835-FE6D877F7973}"/>
              </a:ext>
            </a:extLst>
          </p:cNvPr>
          <p:cNvSpPr txBox="1"/>
          <p:nvPr userDrawn="1"/>
        </p:nvSpPr>
        <p:spPr>
          <a:xfrm rot="5400000">
            <a:off x="-456830" y="2070711"/>
            <a:ext cx="1213749" cy="215444"/>
          </a:xfrm>
          <a:prstGeom prst="rect">
            <a:avLst/>
          </a:prstGeom>
          <a:noFill/>
        </p:spPr>
        <p:txBody>
          <a:bodyPr vert="horz" wrap="square">
            <a:spAutoFit/>
          </a:bodyPr>
          <a:lstStyle/>
          <a:p>
            <a:pPr lvl="0"/>
            <a:r>
              <a:rPr kumimoji="1" lang="en-US" altLang="ja-JP" sz="800">
                <a:solidFill>
                  <a:schemeClr val="bg1">
                    <a:lumMod val="75000"/>
                  </a:schemeClr>
                </a:solidFill>
                <a:latin typeface="+mn-lt"/>
                <a:ea typeface="游ゴシック" panose="020B0400000000000000" pitchFamily="50" charset="-128"/>
              </a:rPr>
              <a:t>CONFIDENTIAL</a:t>
            </a:r>
            <a:endParaRPr kumimoji="1" lang="ja-JP" altLang="en-US" sz="800">
              <a:solidFill>
                <a:schemeClr val="bg1">
                  <a:lumMod val="75000"/>
                </a:schemeClr>
              </a:solidFill>
              <a:latin typeface="+mn-lt"/>
              <a:ea typeface="游ゴシック" panose="020B0400000000000000" pitchFamily="50" charset="-128"/>
            </a:endParaRPr>
          </a:p>
        </p:txBody>
      </p:sp>
      <p:cxnSp>
        <p:nvCxnSpPr>
          <p:cNvPr id="6" name="直線コネクタ 5">
            <a:extLst>
              <a:ext uri="{FF2B5EF4-FFF2-40B4-BE49-F238E27FC236}">
                <a16:creationId xmlns:a16="http://schemas.microsoft.com/office/drawing/2014/main" id="{1A736541-FC14-1EB3-5307-E8DCF80D0469}"/>
              </a:ext>
            </a:extLst>
          </p:cNvPr>
          <p:cNvCxnSpPr>
            <a:cxnSpLocks/>
          </p:cNvCxnSpPr>
          <p:nvPr userDrawn="1"/>
        </p:nvCxnSpPr>
        <p:spPr>
          <a:xfrm>
            <a:off x="2259806" y="3789000"/>
            <a:ext cx="79248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7" name="図 6" descr="図形  中程度の精度で自動的に生成された説明">
            <a:extLst>
              <a:ext uri="{FF2B5EF4-FFF2-40B4-BE49-F238E27FC236}">
                <a16:creationId xmlns:a16="http://schemas.microsoft.com/office/drawing/2014/main" id="{4FF4CF0E-020E-FC23-FF47-7A9C778B496C}"/>
              </a:ext>
            </a:extLst>
          </p:cNvPr>
          <p:cNvPicPr>
            <a:picLocks noChangeAspect="1"/>
          </p:cNvPicPr>
          <p:nvPr userDrawn="1"/>
        </p:nvPicPr>
        <p:blipFill>
          <a:blip r:embed="rId3"/>
          <a:stretch>
            <a:fillRect/>
          </a:stretch>
        </p:blipFill>
        <p:spPr>
          <a:xfrm>
            <a:off x="10714617" y="6431981"/>
            <a:ext cx="1125241" cy="266400"/>
          </a:xfrm>
          <a:prstGeom prst="rect">
            <a:avLst/>
          </a:prstGeom>
        </p:spPr>
      </p:pic>
      <p:sp>
        <p:nvSpPr>
          <p:cNvPr id="11" name="テキスト ボックス 10">
            <a:extLst>
              <a:ext uri="{FF2B5EF4-FFF2-40B4-BE49-F238E27FC236}">
                <a16:creationId xmlns:a16="http://schemas.microsoft.com/office/drawing/2014/main" id="{6DE4E4CE-D43C-A44D-BCAF-D00DCBA46E18}"/>
              </a:ext>
            </a:extLst>
          </p:cNvPr>
          <p:cNvSpPr txBox="1"/>
          <p:nvPr userDrawn="1"/>
        </p:nvSpPr>
        <p:spPr>
          <a:xfrm>
            <a:off x="13875" y="6469541"/>
            <a:ext cx="294953" cy="184666"/>
          </a:xfrm>
          <a:prstGeom prst="rect">
            <a:avLst/>
          </a:prstGeom>
          <a:noFill/>
        </p:spPr>
        <p:txBody>
          <a:bodyPr wrap="none" lIns="0" tIns="0" rIns="0" bIns="0" rtlCol="0">
            <a:spAutoFit/>
          </a:bodyPr>
          <a:lstStyle/>
          <a:p>
            <a:pPr algn="ctr"/>
            <a:fld id="{6BB6987E-DEA3-4B61-8C0A-028B33D0CFA7}" type="slidenum">
              <a:rPr kumimoji="1" lang="ja-JP" altLang="en-US" sz="1200" b="0" i="0" u="none" strike="noStrike" kern="1200" cap="none" spc="0" normalizeH="0" baseline="0" noProof="0" smtClean="0">
                <a:ln>
                  <a:noFill/>
                </a:ln>
                <a:solidFill>
                  <a:schemeClr val="bg1"/>
                </a:solidFill>
                <a:effectLst/>
                <a:uLnTx/>
                <a:uFillTx/>
                <a:latin typeface="+mn-ea"/>
                <a:ea typeface="+mn-ea"/>
                <a:cs typeface="+mn-cs"/>
              </a:rPr>
              <a:pPr algn="ctr"/>
              <a:t>‹#›</a:t>
            </a:fld>
            <a:endParaRPr kumimoji="1" lang="ja-JP" altLang="en-US" sz="3200">
              <a:solidFill>
                <a:schemeClr val="bg1"/>
              </a:solidFill>
              <a:latin typeface="+mn-ea"/>
              <a:ea typeface="+mn-ea"/>
            </a:endParaRPr>
          </a:p>
        </p:txBody>
      </p:sp>
      <p:sp>
        <p:nvSpPr>
          <p:cNvPr id="9" name="テキスト ボックス 8">
            <a:extLst>
              <a:ext uri="{FF2B5EF4-FFF2-40B4-BE49-F238E27FC236}">
                <a16:creationId xmlns:a16="http://schemas.microsoft.com/office/drawing/2014/main" id="{083B44F9-E822-D85F-D355-B318F1C91093}"/>
              </a:ext>
            </a:extLst>
          </p:cNvPr>
          <p:cNvSpPr txBox="1"/>
          <p:nvPr userDrawn="1"/>
        </p:nvSpPr>
        <p:spPr>
          <a:xfrm>
            <a:off x="8851" y="2869064"/>
            <a:ext cx="307777" cy="3101968"/>
          </a:xfrm>
          <a:prstGeom prst="rect">
            <a:avLst/>
          </a:prstGeom>
          <a:noFill/>
        </p:spPr>
        <p:txBody>
          <a:bodyPr vert="eaVert" wrap="square">
            <a:spAutoFit/>
          </a:bodyPr>
          <a:lstStyle/>
          <a:p>
            <a:pPr lvl="0"/>
            <a:r>
              <a:rPr kumimoji="1" lang="ja-JP" altLang="en-US" sz="800">
                <a:solidFill>
                  <a:schemeClr val="bg1">
                    <a:lumMod val="75000"/>
                  </a:schemeClr>
                </a:solidFill>
                <a:latin typeface="+mn-ea"/>
                <a:ea typeface="+mn-ea"/>
              </a:rPr>
              <a:t>会社名・商品名・サ−ビス名は各社の登録商標 </a:t>
            </a:r>
            <a:r>
              <a:rPr kumimoji="1" lang="ja-JP" altLang="en-US" sz="800">
                <a:solidFill>
                  <a:schemeClr val="bg1">
                    <a:lumMod val="75000"/>
                  </a:schemeClr>
                </a:solidFill>
                <a:latin typeface="HGP明朝B" panose="02020800000000000000" pitchFamily="18" charset="-128"/>
                <a:ea typeface="HGP明朝B" panose="02020800000000000000" pitchFamily="18" charset="-128"/>
              </a:rPr>
              <a:t>、</a:t>
            </a:r>
            <a:r>
              <a:rPr kumimoji="1" lang="ja-JP" altLang="en-US" sz="800">
                <a:solidFill>
                  <a:schemeClr val="bg1">
                    <a:lumMod val="75000"/>
                  </a:schemeClr>
                </a:solidFill>
                <a:latin typeface="+mn-ea"/>
                <a:ea typeface="+mn-ea"/>
              </a:rPr>
              <a:t>または商標です</a:t>
            </a:r>
          </a:p>
        </p:txBody>
      </p:sp>
    </p:spTree>
    <p:extLst>
      <p:ext uri="{BB962C8B-B14F-4D97-AF65-F5344CB8AC3E}">
        <p14:creationId xmlns:p14="http://schemas.microsoft.com/office/powerpoint/2010/main" val="2676961574"/>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青_インデックス">
    <p:bg>
      <p:bgPr>
        <a:solidFill>
          <a:srgbClr val="004098"/>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D26D2627-8727-0A9A-F544-81170F958B60}"/>
              </a:ext>
            </a:extLst>
          </p:cNvPr>
          <p:cNvSpPr/>
          <p:nvPr userDrawn="1"/>
        </p:nvSpPr>
        <p:spPr>
          <a:xfrm>
            <a:off x="0" y="0"/>
            <a:ext cx="321469"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7C97BCB5-80FA-7527-5748-D0F86B2DF5C7}"/>
              </a:ext>
            </a:extLst>
          </p:cNvPr>
          <p:cNvSpPr>
            <a:spLocks noGrp="1"/>
          </p:cNvSpPr>
          <p:nvPr>
            <p:ph type="title"/>
          </p:nvPr>
        </p:nvSpPr>
        <p:spPr>
          <a:xfrm>
            <a:off x="1092708" y="250477"/>
            <a:ext cx="5891784" cy="555732"/>
          </a:xfrm>
        </p:spPr>
        <p:txBody>
          <a:bodyPr anchor="b">
            <a:normAutofit/>
          </a:bodyPr>
          <a:lstStyle>
            <a:lvl1pPr algn="l">
              <a:lnSpc>
                <a:spcPct val="130000"/>
              </a:lnSpc>
              <a:defRPr sz="2400" b="1" i="0" spc="300">
                <a:solidFill>
                  <a:schemeClr val="bg1"/>
                </a:solidFill>
                <a:latin typeface="+mj-ea"/>
                <a:ea typeface="+mj-ea"/>
                <a:cs typeface="Arial" panose="020B0604020202020204" pitchFamily="34" charset="0"/>
              </a:defRPr>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62A21C8-3FBE-463C-23A2-BFE0F31AE82F}"/>
              </a:ext>
            </a:extLst>
          </p:cNvPr>
          <p:cNvSpPr>
            <a:spLocks noGrp="1"/>
          </p:cNvSpPr>
          <p:nvPr>
            <p:ph type="body" idx="1"/>
          </p:nvPr>
        </p:nvSpPr>
        <p:spPr>
          <a:xfrm>
            <a:off x="3581400" y="1571559"/>
            <a:ext cx="8004048" cy="4147318"/>
          </a:xfrm>
        </p:spPr>
        <p:txBody>
          <a:bodyPr/>
          <a:lstStyle>
            <a:lvl1pPr marL="457200" indent="-457200" algn="l">
              <a:buFont typeface="+mj-lt"/>
              <a:buAutoNum type="arabicPeriod"/>
              <a:defRPr sz="2400" b="0" i="0">
                <a:solidFill>
                  <a:schemeClr val="bg1"/>
                </a:solidFill>
                <a:latin typeface="+mn-ea"/>
                <a:ea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2754C15-70A2-D7F9-BBF0-B38F819BF1B5}"/>
              </a:ext>
            </a:extLst>
          </p:cNvPr>
          <p:cNvSpPr>
            <a:spLocks noGrp="1"/>
          </p:cNvSpPr>
          <p:nvPr>
            <p:ph type="dt" sz="half" idx="10"/>
          </p:nvPr>
        </p:nvSpPr>
        <p:spPr/>
        <p:txBody>
          <a:bodyPr/>
          <a:lstStyle/>
          <a:p>
            <a:fld id="{F82B9B99-552D-684E-BB34-46E98F430A1F}" type="datetime1">
              <a:rPr kumimoji="1" lang="ja-JP" altLang="en-US" smtClean="0"/>
              <a:t>2026/5/22</a:t>
            </a:fld>
            <a:endParaRPr kumimoji="1" lang="ja-JP" altLang="en-US"/>
          </a:p>
        </p:txBody>
      </p:sp>
      <p:sp>
        <p:nvSpPr>
          <p:cNvPr id="5" name="フッター プレースホルダー 4">
            <a:extLst>
              <a:ext uri="{FF2B5EF4-FFF2-40B4-BE49-F238E27FC236}">
                <a16:creationId xmlns:a16="http://schemas.microsoft.com/office/drawing/2014/main" id="{E3D13EC8-8E92-1461-1A04-224E10FE5EED}"/>
              </a:ext>
            </a:extLst>
          </p:cNvPr>
          <p:cNvSpPr>
            <a:spLocks noGrp="1"/>
          </p:cNvSpPr>
          <p:nvPr>
            <p:ph type="ftr" sz="quarter" idx="11"/>
          </p:nvPr>
        </p:nvSpPr>
        <p:spPr/>
        <p:txBody>
          <a:bodyPr/>
          <a:lstStyle/>
          <a:p>
            <a:endParaRPr kumimoji="1" lang="ja-JP" altLang="en-US"/>
          </a:p>
        </p:txBody>
      </p:sp>
      <p:sp>
        <p:nvSpPr>
          <p:cNvPr id="10" name="テキスト ボックス 9">
            <a:extLst>
              <a:ext uri="{FF2B5EF4-FFF2-40B4-BE49-F238E27FC236}">
                <a16:creationId xmlns:a16="http://schemas.microsoft.com/office/drawing/2014/main" id="{2287CC6D-2B09-B40D-9430-0A0AF477EC0E}"/>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50000"/>
                  </a:schemeClr>
                </a:solidFill>
                <a:latin typeface="+mn-lt"/>
                <a:ea typeface="游ゴシック" panose="020B0400000000000000" pitchFamily="50" charset="-128"/>
              </a:rPr>
              <a:t>©︎2025 VeriServe Corp.  </a:t>
            </a:r>
            <a:endParaRPr kumimoji="1" lang="ja-JP" altLang="en-US" sz="800">
              <a:solidFill>
                <a:schemeClr val="bg1">
                  <a:lumMod val="50000"/>
                </a:schemeClr>
              </a:solidFill>
              <a:latin typeface="+mn-lt"/>
              <a:ea typeface="游ゴシック" panose="020B0400000000000000" pitchFamily="50" charset="-128"/>
            </a:endParaRPr>
          </a:p>
        </p:txBody>
      </p:sp>
      <p:sp>
        <p:nvSpPr>
          <p:cNvPr id="12" name="テキスト ボックス 11">
            <a:extLst>
              <a:ext uri="{FF2B5EF4-FFF2-40B4-BE49-F238E27FC236}">
                <a16:creationId xmlns:a16="http://schemas.microsoft.com/office/drawing/2014/main" id="{ADABA662-159A-B17D-12B1-26BDE6DEEB53}"/>
              </a:ext>
            </a:extLst>
          </p:cNvPr>
          <p:cNvSpPr txBox="1"/>
          <p:nvPr userDrawn="1"/>
        </p:nvSpPr>
        <p:spPr>
          <a:xfrm rot="5400000">
            <a:off x="-456830" y="2070711"/>
            <a:ext cx="1213749" cy="215444"/>
          </a:xfrm>
          <a:prstGeom prst="rect">
            <a:avLst/>
          </a:prstGeom>
          <a:noFill/>
        </p:spPr>
        <p:txBody>
          <a:bodyPr vert="horz" wrap="square">
            <a:spAutoFit/>
          </a:bodyPr>
          <a:lstStyle/>
          <a:p>
            <a:pPr lvl="0"/>
            <a:r>
              <a:rPr kumimoji="1" lang="en-US" altLang="ja-JP" sz="800">
                <a:solidFill>
                  <a:schemeClr val="bg1">
                    <a:lumMod val="50000"/>
                  </a:schemeClr>
                </a:solidFill>
                <a:latin typeface="+mn-lt"/>
                <a:ea typeface="游ゴシック" panose="020B0400000000000000" pitchFamily="50" charset="-128"/>
              </a:rPr>
              <a:t>CONFIDENTIAL</a:t>
            </a:r>
            <a:endParaRPr kumimoji="1" lang="ja-JP" altLang="en-US" sz="800">
              <a:solidFill>
                <a:schemeClr val="bg1">
                  <a:lumMod val="50000"/>
                </a:schemeClr>
              </a:solidFill>
              <a:latin typeface="+mn-lt"/>
              <a:ea typeface="游ゴシック" panose="020B0400000000000000" pitchFamily="50" charset="-128"/>
            </a:endParaRPr>
          </a:p>
        </p:txBody>
      </p:sp>
      <p:cxnSp>
        <p:nvCxnSpPr>
          <p:cNvPr id="14" name="直線コネクタ 13">
            <a:extLst>
              <a:ext uri="{FF2B5EF4-FFF2-40B4-BE49-F238E27FC236}">
                <a16:creationId xmlns:a16="http://schemas.microsoft.com/office/drawing/2014/main" id="{A8DE8DFA-93C8-A881-AADC-ED32F53BFBB9}"/>
              </a:ext>
            </a:extLst>
          </p:cNvPr>
          <p:cNvCxnSpPr>
            <a:cxnSpLocks/>
          </p:cNvCxnSpPr>
          <p:nvPr userDrawn="1"/>
        </p:nvCxnSpPr>
        <p:spPr>
          <a:xfrm>
            <a:off x="3581400" y="1255923"/>
            <a:ext cx="79248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D205AFDA-8AC7-DE6A-4D5E-476925514FBA}"/>
              </a:ext>
            </a:extLst>
          </p:cNvPr>
          <p:cNvSpPr txBox="1"/>
          <p:nvPr userDrawn="1"/>
        </p:nvSpPr>
        <p:spPr>
          <a:xfrm>
            <a:off x="13875" y="6469541"/>
            <a:ext cx="294953" cy="184666"/>
          </a:xfrm>
          <a:prstGeom prst="rect">
            <a:avLst/>
          </a:prstGeom>
          <a:noFill/>
        </p:spPr>
        <p:txBody>
          <a:bodyPr wrap="none" lIns="0" tIns="0" rIns="0" bIns="0" rtlCol="0">
            <a:spAutoFit/>
          </a:bodyPr>
          <a:lstStyle/>
          <a:p>
            <a:pPr algn="ctr"/>
            <a:fld id="{6BB6987E-DEA3-4B61-8C0A-028B33D0CFA7}" type="slidenum">
              <a:rPr kumimoji="1" lang="ja-JP" altLang="en-US" sz="1200" b="0" i="0" u="none" strike="noStrike" kern="1200" cap="none" spc="0" normalizeH="0" baseline="0" noProof="0" smtClean="0">
                <a:ln>
                  <a:noFill/>
                </a:ln>
                <a:solidFill>
                  <a:schemeClr val="bg1">
                    <a:lumMod val="50000"/>
                  </a:schemeClr>
                </a:solidFill>
                <a:effectLst/>
                <a:uLnTx/>
                <a:uFillTx/>
                <a:latin typeface="+mn-ea"/>
                <a:ea typeface="+mn-ea"/>
                <a:cs typeface="+mn-cs"/>
              </a:rPr>
              <a:pPr algn="ctr"/>
              <a:t>‹#›</a:t>
            </a:fld>
            <a:endParaRPr kumimoji="1" lang="ja-JP" altLang="en-US" sz="3200">
              <a:solidFill>
                <a:schemeClr val="bg1">
                  <a:lumMod val="50000"/>
                </a:schemeClr>
              </a:solidFill>
              <a:latin typeface="+mn-ea"/>
              <a:ea typeface="+mn-ea"/>
            </a:endParaRPr>
          </a:p>
        </p:txBody>
      </p:sp>
      <p:pic>
        <p:nvPicPr>
          <p:cNvPr id="6" name="図 5" descr="図形  中程度の精度で自動的に生成された説明">
            <a:extLst>
              <a:ext uri="{FF2B5EF4-FFF2-40B4-BE49-F238E27FC236}">
                <a16:creationId xmlns:a16="http://schemas.microsoft.com/office/drawing/2014/main" id="{1619D29B-793E-BDF7-8060-23DBA0888ACF}"/>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10712547" y="6432378"/>
            <a:ext cx="1125241" cy="266400"/>
          </a:xfrm>
          <a:prstGeom prst="rect">
            <a:avLst/>
          </a:prstGeom>
        </p:spPr>
      </p:pic>
      <p:sp>
        <p:nvSpPr>
          <p:cNvPr id="8" name="テキスト ボックス 7">
            <a:extLst>
              <a:ext uri="{FF2B5EF4-FFF2-40B4-BE49-F238E27FC236}">
                <a16:creationId xmlns:a16="http://schemas.microsoft.com/office/drawing/2014/main" id="{5498FC26-1B2B-FF18-F348-75C5FFE492DF}"/>
              </a:ext>
            </a:extLst>
          </p:cNvPr>
          <p:cNvSpPr txBox="1"/>
          <p:nvPr userDrawn="1"/>
        </p:nvSpPr>
        <p:spPr>
          <a:xfrm>
            <a:off x="8851" y="2869064"/>
            <a:ext cx="307777" cy="3284848"/>
          </a:xfrm>
          <a:prstGeom prst="rect">
            <a:avLst/>
          </a:prstGeom>
          <a:noFill/>
        </p:spPr>
        <p:txBody>
          <a:bodyPr vert="eaVert" wrap="square">
            <a:spAutoFit/>
          </a:bodyPr>
          <a:lstStyle/>
          <a:p>
            <a:pPr lvl="0"/>
            <a:r>
              <a:rPr kumimoji="1" lang="ja-JP" altLang="en-US" sz="800">
                <a:solidFill>
                  <a:schemeClr val="bg1">
                    <a:lumMod val="50000"/>
                  </a:schemeClr>
                </a:solidFill>
                <a:latin typeface="+mn-ea"/>
                <a:ea typeface="+mn-ea"/>
              </a:rPr>
              <a:t>会社名・商品名・サ−ビス名は各社の登録商標 </a:t>
            </a:r>
            <a:r>
              <a:rPr kumimoji="1" lang="ja-JP" altLang="en-US" sz="800" b="0">
                <a:solidFill>
                  <a:schemeClr val="bg1">
                    <a:lumMod val="50000"/>
                  </a:schemeClr>
                </a:solidFill>
                <a:latin typeface="HGP明朝B" panose="02020800000000000000" pitchFamily="18" charset="-128"/>
                <a:ea typeface="HGP明朝B" panose="02020800000000000000" pitchFamily="18" charset="-128"/>
              </a:rPr>
              <a:t>、</a:t>
            </a:r>
            <a:r>
              <a:rPr kumimoji="1" lang="ja-JP" altLang="en-US" sz="800">
                <a:solidFill>
                  <a:schemeClr val="bg1">
                    <a:lumMod val="50000"/>
                  </a:schemeClr>
                </a:solidFill>
                <a:latin typeface="+mn-ea"/>
                <a:ea typeface="+mn-ea"/>
              </a:rPr>
              <a:t>または商標です</a:t>
            </a:r>
          </a:p>
        </p:txBody>
      </p:sp>
    </p:spTree>
    <p:extLst>
      <p:ext uri="{BB962C8B-B14F-4D97-AF65-F5344CB8AC3E}">
        <p14:creationId xmlns:p14="http://schemas.microsoft.com/office/powerpoint/2010/main" val="2618579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白_インデックス">
    <p:bg>
      <p:bgRef idx="1001">
        <a:schemeClr val="bg1"/>
      </p:bgRef>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97BCB5-80FA-7527-5748-D0F86B2DF5C7}"/>
              </a:ext>
            </a:extLst>
          </p:cNvPr>
          <p:cNvSpPr>
            <a:spLocks noGrp="1"/>
          </p:cNvSpPr>
          <p:nvPr>
            <p:ph type="title"/>
          </p:nvPr>
        </p:nvSpPr>
        <p:spPr>
          <a:xfrm>
            <a:off x="1092708" y="250477"/>
            <a:ext cx="5891784" cy="555732"/>
          </a:xfrm>
        </p:spPr>
        <p:txBody>
          <a:bodyPr anchor="b">
            <a:normAutofit/>
          </a:bodyPr>
          <a:lstStyle>
            <a:lvl1pPr algn="l">
              <a:lnSpc>
                <a:spcPct val="130000"/>
              </a:lnSpc>
              <a:defRPr sz="2400" b="1" i="0" spc="300">
                <a:solidFill>
                  <a:srgbClr val="004098"/>
                </a:solidFill>
                <a:latin typeface="+mj-ea"/>
                <a:ea typeface="+mj-ea"/>
                <a:cs typeface="Arial" panose="020B0604020202020204" pitchFamily="34" charset="0"/>
              </a:defRPr>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62A21C8-3FBE-463C-23A2-BFE0F31AE82F}"/>
              </a:ext>
            </a:extLst>
          </p:cNvPr>
          <p:cNvSpPr>
            <a:spLocks noGrp="1"/>
          </p:cNvSpPr>
          <p:nvPr>
            <p:ph type="body" idx="1"/>
          </p:nvPr>
        </p:nvSpPr>
        <p:spPr>
          <a:xfrm>
            <a:off x="3581400" y="1571559"/>
            <a:ext cx="8059738" cy="4147318"/>
          </a:xfrm>
        </p:spPr>
        <p:txBody>
          <a:bodyPr/>
          <a:lstStyle>
            <a:lvl1pPr marL="457200" indent="-457200" algn="l">
              <a:buFont typeface="+mj-lt"/>
              <a:buAutoNum type="arabicPeriod"/>
              <a:defRPr sz="2400" b="0" i="0">
                <a:solidFill>
                  <a:schemeClr val="tx1">
                    <a:lumMod val="85000"/>
                    <a:lumOff val="15000"/>
                  </a:schemeClr>
                </a:solidFill>
                <a:latin typeface="+mn-ea"/>
                <a:ea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2754C15-70A2-D7F9-BBF0-B38F819BF1B5}"/>
              </a:ext>
            </a:extLst>
          </p:cNvPr>
          <p:cNvSpPr>
            <a:spLocks noGrp="1"/>
          </p:cNvSpPr>
          <p:nvPr>
            <p:ph type="dt" sz="half" idx="10"/>
          </p:nvPr>
        </p:nvSpPr>
        <p:spPr/>
        <p:txBody>
          <a:bodyPr/>
          <a:lstStyle/>
          <a:p>
            <a:fld id="{F82B9B99-552D-684E-BB34-46E98F430A1F}" type="datetime1">
              <a:rPr kumimoji="1" lang="ja-JP" altLang="en-US" smtClean="0"/>
              <a:t>2026/5/22</a:t>
            </a:fld>
            <a:endParaRPr kumimoji="1" lang="ja-JP" altLang="en-US"/>
          </a:p>
        </p:txBody>
      </p:sp>
      <p:sp>
        <p:nvSpPr>
          <p:cNvPr id="5" name="フッター プレースホルダー 4">
            <a:extLst>
              <a:ext uri="{FF2B5EF4-FFF2-40B4-BE49-F238E27FC236}">
                <a16:creationId xmlns:a16="http://schemas.microsoft.com/office/drawing/2014/main" id="{E3D13EC8-8E92-1461-1A04-224E10FE5EED}"/>
              </a:ext>
            </a:extLst>
          </p:cNvPr>
          <p:cNvSpPr>
            <a:spLocks noGrp="1"/>
          </p:cNvSpPr>
          <p:nvPr>
            <p:ph type="ftr" sz="quarter" idx="11"/>
          </p:nvPr>
        </p:nvSpPr>
        <p:spPr/>
        <p:txBody>
          <a:bodyPr/>
          <a:lstStyle/>
          <a:p>
            <a:endParaRPr kumimoji="1" lang="ja-JP" altLang="en-US"/>
          </a:p>
        </p:txBody>
      </p:sp>
      <p:cxnSp>
        <p:nvCxnSpPr>
          <p:cNvPr id="14" name="直線コネクタ 13">
            <a:extLst>
              <a:ext uri="{FF2B5EF4-FFF2-40B4-BE49-F238E27FC236}">
                <a16:creationId xmlns:a16="http://schemas.microsoft.com/office/drawing/2014/main" id="{A8DE8DFA-93C8-A881-AADC-ED32F53BFBB9}"/>
              </a:ext>
            </a:extLst>
          </p:cNvPr>
          <p:cNvCxnSpPr>
            <a:cxnSpLocks/>
          </p:cNvCxnSpPr>
          <p:nvPr userDrawn="1"/>
        </p:nvCxnSpPr>
        <p:spPr>
          <a:xfrm>
            <a:off x="3581400" y="1255923"/>
            <a:ext cx="8059738" cy="0"/>
          </a:xfrm>
          <a:prstGeom prst="line">
            <a:avLst/>
          </a:prstGeom>
          <a:ln w="12700">
            <a:solidFill>
              <a:srgbClr val="004098"/>
            </a:solidFill>
          </a:ln>
        </p:spPr>
        <p:style>
          <a:lnRef idx="1">
            <a:schemeClr val="accent1"/>
          </a:lnRef>
          <a:fillRef idx="0">
            <a:schemeClr val="accent1"/>
          </a:fillRef>
          <a:effectRef idx="0">
            <a:schemeClr val="accent1"/>
          </a:effectRef>
          <a:fontRef idx="minor">
            <a:schemeClr val="tx1"/>
          </a:fontRef>
        </p:style>
      </p:cxnSp>
      <p:pic>
        <p:nvPicPr>
          <p:cNvPr id="11" name="図 10" descr="挿絵 が含まれている画像  自動的に生成された説明">
            <a:extLst>
              <a:ext uri="{FF2B5EF4-FFF2-40B4-BE49-F238E27FC236}">
                <a16:creationId xmlns:a16="http://schemas.microsoft.com/office/drawing/2014/main" id="{3778D7C2-98D1-360F-E15C-39273356BE30}"/>
              </a:ext>
            </a:extLst>
          </p:cNvPr>
          <p:cNvPicPr>
            <a:picLocks noChangeAspect="1"/>
          </p:cNvPicPr>
          <p:nvPr userDrawn="1"/>
        </p:nvPicPr>
        <p:blipFill>
          <a:blip r:embed="rId2"/>
          <a:stretch>
            <a:fillRect/>
          </a:stretch>
        </p:blipFill>
        <p:spPr>
          <a:xfrm>
            <a:off x="10680191" y="378199"/>
            <a:ext cx="1161173" cy="183688"/>
          </a:xfrm>
          <a:prstGeom prst="rect">
            <a:avLst/>
          </a:prstGeom>
        </p:spPr>
      </p:pic>
      <p:sp>
        <p:nvSpPr>
          <p:cNvPr id="8" name="正方形/長方形 7">
            <a:extLst>
              <a:ext uri="{FF2B5EF4-FFF2-40B4-BE49-F238E27FC236}">
                <a16:creationId xmlns:a16="http://schemas.microsoft.com/office/drawing/2014/main" id="{3532CAFC-A8CB-D9AF-CE49-93BCFC92308A}"/>
              </a:ext>
            </a:extLst>
          </p:cNvPr>
          <p:cNvSpPr/>
          <p:nvPr userDrawn="1"/>
        </p:nvSpPr>
        <p:spPr>
          <a:xfrm>
            <a:off x="0" y="0"/>
            <a:ext cx="321469" cy="6858000"/>
          </a:xfrm>
          <a:prstGeom prst="rect">
            <a:avLst/>
          </a:prstGeom>
          <a:solidFill>
            <a:srgbClr val="0040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01E063B0-A4CE-E037-6AC8-F514C4ABFB97}"/>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75000"/>
                  </a:schemeClr>
                </a:solidFill>
                <a:latin typeface="+mn-lt"/>
                <a:ea typeface="游ゴシック" panose="020B0400000000000000" pitchFamily="50" charset="-128"/>
              </a:rPr>
              <a:t>©︎2025 VeriServe Corp.  </a:t>
            </a:r>
            <a:endParaRPr kumimoji="1" lang="ja-JP" altLang="en-US" sz="800">
              <a:solidFill>
                <a:schemeClr val="bg1">
                  <a:lumMod val="75000"/>
                </a:schemeClr>
              </a:solidFill>
              <a:latin typeface="+mn-lt"/>
              <a:ea typeface="游ゴシック" panose="020B0400000000000000" pitchFamily="50" charset="-128"/>
            </a:endParaRPr>
          </a:p>
        </p:txBody>
      </p:sp>
      <p:sp>
        <p:nvSpPr>
          <p:cNvPr id="16" name="テキスト ボックス 15">
            <a:extLst>
              <a:ext uri="{FF2B5EF4-FFF2-40B4-BE49-F238E27FC236}">
                <a16:creationId xmlns:a16="http://schemas.microsoft.com/office/drawing/2014/main" id="{DE2FFB9F-BECE-3F42-4EF0-A549BC04F7AD}"/>
              </a:ext>
            </a:extLst>
          </p:cNvPr>
          <p:cNvSpPr txBox="1"/>
          <p:nvPr userDrawn="1"/>
        </p:nvSpPr>
        <p:spPr>
          <a:xfrm rot="5400000">
            <a:off x="-456830" y="2070711"/>
            <a:ext cx="1213749" cy="215444"/>
          </a:xfrm>
          <a:prstGeom prst="rect">
            <a:avLst/>
          </a:prstGeom>
          <a:noFill/>
        </p:spPr>
        <p:txBody>
          <a:bodyPr vert="horz" wrap="square">
            <a:spAutoFit/>
          </a:bodyPr>
          <a:lstStyle/>
          <a:p>
            <a:pPr lvl="0"/>
            <a:r>
              <a:rPr kumimoji="1" lang="en-US" altLang="ja-JP" sz="800">
                <a:solidFill>
                  <a:schemeClr val="bg1">
                    <a:lumMod val="75000"/>
                  </a:schemeClr>
                </a:solidFill>
                <a:latin typeface="+mn-lt"/>
                <a:ea typeface="游ゴシック" panose="020B0400000000000000" pitchFamily="50" charset="-128"/>
              </a:rPr>
              <a:t>CONFIDENTIAL</a:t>
            </a:r>
            <a:endParaRPr kumimoji="1" lang="ja-JP" altLang="en-US" sz="800">
              <a:solidFill>
                <a:schemeClr val="bg1">
                  <a:lumMod val="75000"/>
                </a:schemeClr>
              </a:solidFill>
              <a:latin typeface="+mn-lt"/>
              <a:ea typeface="游ゴシック" panose="020B0400000000000000" pitchFamily="50" charset="-128"/>
            </a:endParaRPr>
          </a:p>
        </p:txBody>
      </p:sp>
      <p:sp>
        <p:nvSpPr>
          <p:cNvPr id="10" name="テキスト ボックス 9">
            <a:extLst>
              <a:ext uri="{FF2B5EF4-FFF2-40B4-BE49-F238E27FC236}">
                <a16:creationId xmlns:a16="http://schemas.microsoft.com/office/drawing/2014/main" id="{BDA14D76-2666-A106-F8BF-D7A4A2B5321A}"/>
              </a:ext>
            </a:extLst>
          </p:cNvPr>
          <p:cNvSpPr txBox="1"/>
          <p:nvPr userDrawn="1"/>
        </p:nvSpPr>
        <p:spPr>
          <a:xfrm>
            <a:off x="13875" y="6469541"/>
            <a:ext cx="294953" cy="184666"/>
          </a:xfrm>
          <a:prstGeom prst="rect">
            <a:avLst/>
          </a:prstGeom>
          <a:noFill/>
        </p:spPr>
        <p:txBody>
          <a:bodyPr wrap="none" lIns="0" tIns="0" rIns="0" bIns="0" rtlCol="0">
            <a:spAutoFit/>
          </a:bodyPr>
          <a:lstStyle/>
          <a:p>
            <a:pPr algn="ctr"/>
            <a:fld id="{6BB6987E-DEA3-4B61-8C0A-028B33D0CFA7}" type="slidenum">
              <a:rPr kumimoji="1" lang="ja-JP" altLang="en-US" sz="1200" b="0" i="0" u="none" strike="noStrike" kern="1200" cap="none" spc="0" normalizeH="0" baseline="0" noProof="0" smtClean="0">
                <a:ln>
                  <a:noFill/>
                </a:ln>
                <a:solidFill>
                  <a:schemeClr val="bg1"/>
                </a:solidFill>
                <a:effectLst/>
                <a:uLnTx/>
                <a:uFillTx/>
                <a:latin typeface="+mn-ea"/>
                <a:ea typeface="+mn-ea"/>
                <a:cs typeface="+mn-cs"/>
              </a:rPr>
              <a:pPr algn="ctr"/>
              <a:t>‹#›</a:t>
            </a:fld>
            <a:endParaRPr kumimoji="1" lang="ja-JP" altLang="en-US" sz="3200">
              <a:solidFill>
                <a:schemeClr val="bg1"/>
              </a:solidFill>
              <a:latin typeface="+mn-ea"/>
              <a:ea typeface="+mn-ea"/>
            </a:endParaRPr>
          </a:p>
        </p:txBody>
      </p:sp>
      <p:pic>
        <p:nvPicPr>
          <p:cNvPr id="7" name="図 6" descr="図形  中程度の精度で自動的に生成された説明">
            <a:extLst>
              <a:ext uri="{FF2B5EF4-FFF2-40B4-BE49-F238E27FC236}">
                <a16:creationId xmlns:a16="http://schemas.microsoft.com/office/drawing/2014/main" id="{82A3EE4D-C78E-CB5F-FC5C-315FE16A54F0}"/>
              </a:ext>
            </a:extLst>
          </p:cNvPr>
          <p:cNvPicPr>
            <a:picLocks noChangeAspect="1"/>
          </p:cNvPicPr>
          <p:nvPr userDrawn="1"/>
        </p:nvPicPr>
        <p:blipFill>
          <a:blip r:embed="rId3"/>
          <a:stretch>
            <a:fillRect/>
          </a:stretch>
        </p:blipFill>
        <p:spPr>
          <a:xfrm>
            <a:off x="10714617" y="6431981"/>
            <a:ext cx="1125241" cy="266400"/>
          </a:xfrm>
          <a:prstGeom prst="rect">
            <a:avLst/>
          </a:prstGeom>
        </p:spPr>
      </p:pic>
      <p:sp>
        <p:nvSpPr>
          <p:cNvPr id="6" name="テキスト ボックス 5">
            <a:extLst>
              <a:ext uri="{FF2B5EF4-FFF2-40B4-BE49-F238E27FC236}">
                <a16:creationId xmlns:a16="http://schemas.microsoft.com/office/drawing/2014/main" id="{C06C0A10-A177-56E6-BCCF-6E164BC4703F}"/>
              </a:ext>
            </a:extLst>
          </p:cNvPr>
          <p:cNvSpPr txBox="1"/>
          <p:nvPr userDrawn="1"/>
        </p:nvSpPr>
        <p:spPr>
          <a:xfrm>
            <a:off x="8851" y="2869064"/>
            <a:ext cx="307777" cy="3101968"/>
          </a:xfrm>
          <a:prstGeom prst="rect">
            <a:avLst/>
          </a:prstGeom>
          <a:noFill/>
        </p:spPr>
        <p:txBody>
          <a:bodyPr vert="eaVert" wrap="square">
            <a:spAutoFit/>
          </a:bodyPr>
          <a:lstStyle/>
          <a:p>
            <a:pPr lvl="0"/>
            <a:r>
              <a:rPr kumimoji="1" lang="ja-JP" altLang="en-US" sz="800">
                <a:solidFill>
                  <a:schemeClr val="bg1">
                    <a:lumMod val="75000"/>
                  </a:schemeClr>
                </a:solidFill>
                <a:latin typeface="+mn-ea"/>
                <a:ea typeface="+mn-ea"/>
              </a:rPr>
              <a:t>会社名・商品名・サ−ビス名は各社の登録商標 </a:t>
            </a:r>
            <a:r>
              <a:rPr kumimoji="1" lang="ja-JP" altLang="en-US" sz="800">
                <a:solidFill>
                  <a:schemeClr val="bg1">
                    <a:lumMod val="75000"/>
                  </a:schemeClr>
                </a:solidFill>
                <a:latin typeface="HGP明朝B" panose="02020800000000000000" pitchFamily="18" charset="-128"/>
                <a:ea typeface="HGP明朝B" panose="02020800000000000000" pitchFamily="18" charset="-128"/>
              </a:rPr>
              <a:t>、</a:t>
            </a:r>
            <a:r>
              <a:rPr kumimoji="1" lang="ja-JP" altLang="en-US" sz="800">
                <a:solidFill>
                  <a:schemeClr val="bg1">
                    <a:lumMod val="75000"/>
                  </a:schemeClr>
                </a:solidFill>
                <a:latin typeface="+mn-ea"/>
                <a:ea typeface="+mn-ea"/>
              </a:rPr>
              <a:t>または商標です</a:t>
            </a:r>
          </a:p>
        </p:txBody>
      </p:sp>
    </p:spTree>
    <p:extLst>
      <p:ext uri="{BB962C8B-B14F-4D97-AF65-F5344CB8AC3E}">
        <p14:creationId xmlns:p14="http://schemas.microsoft.com/office/powerpoint/2010/main" val="1771567972"/>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ドキュメント">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588FA1F6-261E-4CDD-0F2D-9DC0DD6F9000}"/>
              </a:ext>
            </a:extLst>
          </p:cNvPr>
          <p:cNvSpPr>
            <a:spLocks noGrp="1"/>
          </p:cNvSpPr>
          <p:nvPr>
            <p:ph idx="1"/>
          </p:nvPr>
        </p:nvSpPr>
        <p:spPr>
          <a:xfrm>
            <a:off x="803274" y="1253330"/>
            <a:ext cx="10837863" cy="5010309"/>
          </a:xfrm>
        </p:spPr>
        <p:txBody>
          <a:bodyPr/>
          <a:lstStyle>
            <a:lvl1pPr>
              <a:lnSpc>
                <a:spcPct val="130000"/>
              </a:lnSpc>
              <a:defRPr b="0" i="0">
                <a:solidFill>
                  <a:schemeClr val="tx1">
                    <a:lumMod val="75000"/>
                    <a:lumOff val="25000"/>
                  </a:schemeClr>
                </a:solidFill>
                <a:latin typeface="+mn-ea"/>
                <a:ea typeface="+mn-ea"/>
                <a:cs typeface="Arial" panose="020B0604020202020204" pitchFamily="34" charset="0"/>
              </a:defRPr>
            </a:lvl1pPr>
            <a:lvl2pPr marL="685800" indent="-228600">
              <a:lnSpc>
                <a:spcPct val="130000"/>
              </a:lnSpc>
              <a:buFont typeface="システムフォント（レギュラー）"/>
              <a:buChar char="▹"/>
              <a:defRPr b="0" i="0">
                <a:solidFill>
                  <a:schemeClr val="tx1">
                    <a:lumMod val="75000"/>
                    <a:lumOff val="25000"/>
                  </a:schemeClr>
                </a:solidFill>
                <a:latin typeface="+mn-ea"/>
                <a:ea typeface="+mn-ea"/>
                <a:cs typeface="Arial" panose="020B0604020202020204" pitchFamily="34" charset="0"/>
              </a:defRPr>
            </a:lvl2pPr>
            <a:lvl3pPr marL="1143000" indent="-228600">
              <a:lnSpc>
                <a:spcPct val="130000"/>
              </a:lnSpc>
              <a:buFont typeface="システムフォント（レギュラー）"/>
              <a:buChar char="‣"/>
              <a:defRPr b="0" i="0">
                <a:solidFill>
                  <a:schemeClr val="tx1">
                    <a:lumMod val="75000"/>
                    <a:lumOff val="25000"/>
                  </a:schemeClr>
                </a:solidFill>
                <a:latin typeface="+mn-ea"/>
                <a:ea typeface="+mn-ea"/>
                <a:cs typeface="Arial" panose="020B0604020202020204" pitchFamily="34" charset="0"/>
              </a:defRPr>
            </a:lvl3pPr>
            <a:lvl4pPr>
              <a:lnSpc>
                <a:spcPct val="130000"/>
              </a:lnSpc>
              <a:defRPr b="0" i="0">
                <a:solidFill>
                  <a:schemeClr val="tx1">
                    <a:lumMod val="75000"/>
                    <a:lumOff val="25000"/>
                  </a:schemeClr>
                </a:solidFill>
                <a:latin typeface="+mn-ea"/>
                <a:ea typeface="+mn-ea"/>
                <a:cs typeface="Arial" panose="020B0604020202020204" pitchFamily="34" charset="0"/>
              </a:defRPr>
            </a:lvl4pPr>
            <a:lvl5pPr>
              <a:lnSpc>
                <a:spcPct val="130000"/>
              </a:lnSpc>
              <a:defRPr b="0" i="0">
                <a:solidFill>
                  <a:schemeClr val="tx1">
                    <a:lumMod val="75000"/>
                    <a:lumOff val="25000"/>
                  </a:schemeClr>
                </a:solidFill>
                <a:latin typeface="+mn-ea"/>
                <a:ea typeface="+mn-ea"/>
                <a:cs typeface="Arial" panose="020B0604020202020204" pitchFamily="34" charset="0"/>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90D7811-D88B-2441-9257-8EF10A1C1CC8}"/>
              </a:ext>
            </a:extLst>
          </p:cNvPr>
          <p:cNvSpPr>
            <a:spLocks noGrp="1"/>
          </p:cNvSpPr>
          <p:nvPr>
            <p:ph type="dt" sz="half" idx="10"/>
          </p:nvPr>
        </p:nvSpPr>
        <p:spPr/>
        <p:txBody>
          <a:bodyPr/>
          <a:lstStyle/>
          <a:p>
            <a:fld id="{76C640EC-05C6-4945-9A0E-5D22680D67D8}" type="datetime1">
              <a:rPr kumimoji="1" lang="ja-JP" altLang="en-US" smtClean="0"/>
              <a:t>2026/5/22</a:t>
            </a:fld>
            <a:endParaRPr kumimoji="1" lang="ja-JP" altLang="en-US"/>
          </a:p>
        </p:txBody>
      </p:sp>
      <p:sp>
        <p:nvSpPr>
          <p:cNvPr id="5" name="フッター プレースホルダー 4">
            <a:extLst>
              <a:ext uri="{FF2B5EF4-FFF2-40B4-BE49-F238E27FC236}">
                <a16:creationId xmlns:a16="http://schemas.microsoft.com/office/drawing/2014/main" id="{11B81046-B1B1-5966-F66C-191A2D605DC2}"/>
              </a:ext>
            </a:extLst>
          </p:cNvPr>
          <p:cNvSpPr>
            <a:spLocks noGrp="1"/>
          </p:cNvSpPr>
          <p:nvPr>
            <p:ph type="ftr" sz="quarter" idx="11"/>
          </p:nvPr>
        </p:nvSpPr>
        <p:spPr/>
        <p:txBody>
          <a:bodyPr/>
          <a:lstStyle/>
          <a:p>
            <a:endParaRPr kumimoji="1" lang="ja-JP" altLang="en-US"/>
          </a:p>
        </p:txBody>
      </p:sp>
      <p:sp>
        <p:nvSpPr>
          <p:cNvPr id="7" name="正方形/長方形 6">
            <a:extLst>
              <a:ext uri="{FF2B5EF4-FFF2-40B4-BE49-F238E27FC236}">
                <a16:creationId xmlns:a16="http://schemas.microsoft.com/office/drawing/2014/main" id="{3E6E5F35-78DD-E674-3CEF-8DAA9DE039C1}"/>
              </a:ext>
            </a:extLst>
          </p:cNvPr>
          <p:cNvSpPr/>
          <p:nvPr userDrawn="1"/>
        </p:nvSpPr>
        <p:spPr>
          <a:xfrm>
            <a:off x="0" y="0"/>
            <a:ext cx="321469" cy="6858000"/>
          </a:xfrm>
          <a:prstGeom prst="rect">
            <a:avLst/>
          </a:prstGeom>
          <a:solidFill>
            <a:srgbClr val="0040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B6EE3B3C-88C6-D5AF-1AC6-8EC1B7DF9042}"/>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75000"/>
                  </a:schemeClr>
                </a:solidFill>
                <a:latin typeface="+mn-lt"/>
                <a:ea typeface="游ゴシック" panose="020B0400000000000000" pitchFamily="50" charset="-128"/>
              </a:rPr>
              <a:t>©︎2025 VeriServe Corp.  </a:t>
            </a:r>
            <a:endParaRPr kumimoji="1" lang="ja-JP" altLang="en-US" sz="800">
              <a:solidFill>
                <a:schemeClr val="bg1">
                  <a:lumMod val="75000"/>
                </a:schemeClr>
              </a:solidFill>
              <a:latin typeface="+mn-lt"/>
              <a:ea typeface="游ゴシック" panose="020B0400000000000000" pitchFamily="50" charset="-128"/>
            </a:endParaRPr>
          </a:p>
        </p:txBody>
      </p:sp>
      <p:sp>
        <p:nvSpPr>
          <p:cNvPr id="15" name="テキスト ボックス 14">
            <a:extLst>
              <a:ext uri="{FF2B5EF4-FFF2-40B4-BE49-F238E27FC236}">
                <a16:creationId xmlns:a16="http://schemas.microsoft.com/office/drawing/2014/main" id="{AB9CA8DE-16CE-9A70-65B5-36B0CE5F61DE}"/>
              </a:ext>
            </a:extLst>
          </p:cNvPr>
          <p:cNvSpPr txBox="1"/>
          <p:nvPr userDrawn="1"/>
        </p:nvSpPr>
        <p:spPr>
          <a:xfrm rot="5400000">
            <a:off x="-456830" y="2070711"/>
            <a:ext cx="1213749" cy="215444"/>
          </a:xfrm>
          <a:prstGeom prst="rect">
            <a:avLst/>
          </a:prstGeom>
          <a:noFill/>
        </p:spPr>
        <p:txBody>
          <a:bodyPr vert="horz" wrap="square">
            <a:spAutoFit/>
          </a:bodyPr>
          <a:lstStyle/>
          <a:p>
            <a:pPr lvl="0"/>
            <a:r>
              <a:rPr kumimoji="1" lang="en-US" altLang="ja-JP" sz="800">
                <a:solidFill>
                  <a:schemeClr val="bg1">
                    <a:lumMod val="75000"/>
                  </a:schemeClr>
                </a:solidFill>
                <a:latin typeface="+mn-lt"/>
                <a:ea typeface="游ゴシック" panose="020B0400000000000000" pitchFamily="50" charset="-128"/>
              </a:rPr>
              <a:t>CONFIDENTIAL</a:t>
            </a:r>
            <a:endParaRPr kumimoji="1" lang="ja-JP" altLang="en-US" sz="800">
              <a:solidFill>
                <a:schemeClr val="bg1">
                  <a:lumMod val="75000"/>
                </a:schemeClr>
              </a:solidFill>
              <a:latin typeface="+mn-lt"/>
              <a:ea typeface="游ゴシック" panose="020B0400000000000000" pitchFamily="50" charset="-128"/>
            </a:endParaRPr>
          </a:p>
        </p:txBody>
      </p:sp>
      <p:sp>
        <p:nvSpPr>
          <p:cNvPr id="11" name="テキスト ボックス 10">
            <a:extLst>
              <a:ext uri="{FF2B5EF4-FFF2-40B4-BE49-F238E27FC236}">
                <a16:creationId xmlns:a16="http://schemas.microsoft.com/office/drawing/2014/main" id="{0D266017-D0E0-BA86-1E04-F9B3A4AED443}"/>
              </a:ext>
            </a:extLst>
          </p:cNvPr>
          <p:cNvSpPr txBox="1"/>
          <p:nvPr userDrawn="1"/>
        </p:nvSpPr>
        <p:spPr>
          <a:xfrm>
            <a:off x="13875" y="6469541"/>
            <a:ext cx="294953" cy="184666"/>
          </a:xfrm>
          <a:prstGeom prst="rect">
            <a:avLst/>
          </a:prstGeom>
          <a:noFill/>
        </p:spPr>
        <p:txBody>
          <a:bodyPr wrap="none" lIns="0" tIns="0" rIns="0" bIns="0" rtlCol="0">
            <a:spAutoFit/>
          </a:bodyPr>
          <a:lstStyle/>
          <a:p>
            <a:pPr algn="ctr"/>
            <a:fld id="{6BB6987E-DEA3-4B61-8C0A-028B33D0CFA7}" type="slidenum">
              <a:rPr kumimoji="1" lang="ja-JP" altLang="en-US" sz="1200" b="0" i="0" u="none" strike="noStrike" kern="1200" cap="none" spc="0" normalizeH="0" baseline="0" noProof="0" smtClean="0">
                <a:ln>
                  <a:noFill/>
                </a:ln>
                <a:solidFill>
                  <a:schemeClr val="bg1"/>
                </a:solidFill>
                <a:effectLst/>
                <a:uLnTx/>
                <a:uFillTx/>
                <a:latin typeface="+mn-ea"/>
                <a:ea typeface="+mn-ea"/>
                <a:cs typeface="+mn-cs"/>
              </a:rPr>
              <a:pPr algn="ctr"/>
              <a:t>‹#›</a:t>
            </a:fld>
            <a:endParaRPr kumimoji="1" lang="ja-JP" altLang="en-US" sz="3200">
              <a:solidFill>
                <a:schemeClr val="bg1"/>
              </a:solidFill>
              <a:latin typeface="+mn-ea"/>
              <a:ea typeface="+mn-ea"/>
            </a:endParaRPr>
          </a:p>
        </p:txBody>
      </p:sp>
      <p:sp>
        <p:nvSpPr>
          <p:cNvPr id="12" name="タイトル 1">
            <a:extLst>
              <a:ext uri="{FF2B5EF4-FFF2-40B4-BE49-F238E27FC236}">
                <a16:creationId xmlns:a16="http://schemas.microsoft.com/office/drawing/2014/main" id="{D90157E6-C09C-99D2-6E30-C1F119379B0D}"/>
              </a:ext>
            </a:extLst>
          </p:cNvPr>
          <p:cNvSpPr>
            <a:spLocks noGrp="1"/>
          </p:cNvSpPr>
          <p:nvPr>
            <p:ph type="title"/>
          </p:nvPr>
        </p:nvSpPr>
        <p:spPr>
          <a:xfrm>
            <a:off x="803273" y="319405"/>
            <a:ext cx="10837863" cy="503555"/>
          </a:xfrm>
        </p:spPr>
        <p:txBody>
          <a:bodyPr>
            <a:noAutofit/>
          </a:bodyPr>
          <a:lstStyle>
            <a:lvl1pPr>
              <a:defRPr sz="2400" b="1" i="0" spc="300">
                <a:solidFill>
                  <a:srgbClr val="004098"/>
                </a:solidFill>
                <a:latin typeface="+mj-ea"/>
                <a:ea typeface="+mj-ea"/>
              </a:defRPr>
            </a:lvl1pPr>
          </a:lstStyle>
          <a:p>
            <a:r>
              <a:rPr kumimoji="1" lang="ja-JP" altLang="en-US"/>
              <a:t>マスター タイトルの書式設定</a:t>
            </a:r>
          </a:p>
        </p:txBody>
      </p:sp>
      <p:pic>
        <p:nvPicPr>
          <p:cNvPr id="2" name="図 1" descr="図形  中程度の精度で自動的に生成された説明">
            <a:extLst>
              <a:ext uri="{FF2B5EF4-FFF2-40B4-BE49-F238E27FC236}">
                <a16:creationId xmlns:a16="http://schemas.microsoft.com/office/drawing/2014/main" id="{BB5CD828-34E1-61FF-517A-431A1AA6AF53}"/>
              </a:ext>
            </a:extLst>
          </p:cNvPr>
          <p:cNvPicPr>
            <a:picLocks noChangeAspect="1"/>
          </p:cNvPicPr>
          <p:nvPr userDrawn="1"/>
        </p:nvPicPr>
        <p:blipFill>
          <a:blip r:embed="rId2"/>
          <a:stretch>
            <a:fillRect/>
          </a:stretch>
        </p:blipFill>
        <p:spPr>
          <a:xfrm>
            <a:off x="10714617" y="6431981"/>
            <a:ext cx="1125241" cy="266400"/>
          </a:xfrm>
          <a:prstGeom prst="rect">
            <a:avLst/>
          </a:prstGeom>
        </p:spPr>
      </p:pic>
      <p:sp>
        <p:nvSpPr>
          <p:cNvPr id="6" name="テキスト ボックス 5">
            <a:extLst>
              <a:ext uri="{FF2B5EF4-FFF2-40B4-BE49-F238E27FC236}">
                <a16:creationId xmlns:a16="http://schemas.microsoft.com/office/drawing/2014/main" id="{7A79B703-ED8C-9EA2-FED6-53BB1A846747}"/>
              </a:ext>
            </a:extLst>
          </p:cNvPr>
          <p:cNvSpPr txBox="1"/>
          <p:nvPr userDrawn="1"/>
        </p:nvSpPr>
        <p:spPr>
          <a:xfrm>
            <a:off x="8851" y="2869064"/>
            <a:ext cx="307777" cy="3101968"/>
          </a:xfrm>
          <a:prstGeom prst="rect">
            <a:avLst/>
          </a:prstGeom>
          <a:noFill/>
        </p:spPr>
        <p:txBody>
          <a:bodyPr vert="eaVert" wrap="square">
            <a:spAutoFit/>
          </a:bodyPr>
          <a:lstStyle/>
          <a:p>
            <a:pPr lvl="0"/>
            <a:r>
              <a:rPr kumimoji="1" lang="ja-JP" altLang="en-US" sz="800">
                <a:solidFill>
                  <a:schemeClr val="bg1">
                    <a:lumMod val="75000"/>
                  </a:schemeClr>
                </a:solidFill>
                <a:latin typeface="+mn-ea"/>
                <a:ea typeface="+mn-ea"/>
              </a:rPr>
              <a:t>会社名・商品名・サ−ビス名は各社の登録商標 </a:t>
            </a:r>
            <a:r>
              <a:rPr kumimoji="1" lang="ja-JP" altLang="en-US" sz="800">
                <a:solidFill>
                  <a:schemeClr val="bg1">
                    <a:lumMod val="75000"/>
                  </a:schemeClr>
                </a:solidFill>
                <a:latin typeface="HGP明朝B" panose="02020800000000000000" pitchFamily="18" charset="-128"/>
                <a:ea typeface="HGP明朝B" panose="02020800000000000000" pitchFamily="18" charset="-128"/>
              </a:rPr>
              <a:t>、</a:t>
            </a:r>
            <a:r>
              <a:rPr kumimoji="1" lang="ja-JP" altLang="en-US" sz="800">
                <a:solidFill>
                  <a:schemeClr val="bg1">
                    <a:lumMod val="75000"/>
                  </a:schemeClr>
                </a:solidFill>
                <a:latin typeface="+mn-ea"/>
                <a:ea typeface="+mn-ea"/>
              </a:rPr>
              <a:t>または商標です</a:t>
            </a:r>
          </a:p>
        </p:txBody>
      </p:sp>
    </p:spTree>
    <p:extLst>
      <p:ext uri="{BB962C8B-B14F-4D97-AF65-F5344CB8AC3E}">
        <p14:creationId xmlns:p14="http://schemas.microsoft.com/office/powerpoint/2010/main" val="2278279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ドキュメント_アンダーライン">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588FA1F6-261E-4CDD-0F2D-9DC0DD6F9000}"/>
              </a:ext>
            </a:extLst>
          </p:cNvPr>
          <p:cNvSpPr>
            <a:spLocks noGrp="1"/>
          </p:cNvSpPr>
          <p:nvPr>
            <p:ph idx="1"/>
          </p:nvPr>
        </p:nvSpPr>
        <p:spPr>
          <a:xfrm>
            <a:off x="803275" y="1253330"/>
            <a:ext cx="10837863" cy="5010309"/>
          </a:xfrm>
        </p:spPr>
        <p:txBody>
          <a:bodyPr/>
          <a:lstStyle>
            <a:lvl1pPr>
              <a:lnSpc>
                <a:spcPct val="130000"/>
              </a:lnSpc>
              <a:defRPr b="0" i="0">
                <a:solidFill>
                  <a:schemeClr val="tx1">
                    <a:lumMod val="75000"/>
                    <a:lumOff val="25000"/>
                  </a:schemeClr>
                </a:solidFill>
                <a:latin typeface="+mn-ea"/>
                <a:ea typeface="+mn-ea"/>
                <a:cs typeface="Arial" panose="020B0604020202020204" pitchFamily="34" charset="0"/>
              </a:defRPr>
            </a:lvl1pPr>
            <a:lvl2pPr marL="685800" indent="-228600">
              <a:lnSpc>
                <a:spcPct val="130000"/>
              </a:lnSpc>
              <a:buFont typeface="システムフォント（レギュラー）"/>
              <a:buChar char="▹"/>
              <a:defRPr b="0" i="0">
                <a:solidFill>
                  <a:schemeClr val="tx1">
                    <a:lumMod val="75000"/>
                    <a:lumOff val="25000"/>
                  </a:schemeClr>
                </a:solidFill>
                <a:latin typeface="+mn-ea"/>
                <a:ea typeface="+mn-ea"/>
                <a:cs typeface="Arial" panose="020B0604020202020204" pitchFamily="34" charset="0"/>
              </a:defRPr>
            </a:lvl2pPr>
            <a:lvl3pPr marL="1143000" indent="-228600">
              <a:lnSpc>
                <a:spcPct val="130000"/>
              </a:lnSpc>
              <a:buFont typeface="システムフォント（レギュラー）"/>
              <a:buChar char="‣"/>
              <a:defRPr b="0" i="0">
                <a:solidFill>
                  <a:schemeClr val="tx1">
                    <a:lumMod val="75000"/>
                    <a:lumOff val="25000"/>
                  </a:schemeClr>
                </a:solidFill>
                <a:latin typeface="+mn-ea"/>
                <a:ea typeface="+mn-ea"/>
                <a:cs typeface="Arial" panose="020B0604020202020204" pitchFamily="34" charset="0"/>
              </a:defRPr>
            </a:lvl3pPr>
            <a:lvl4pPr>
              <a:lnSpc>
                <a:spcPct val="130000"/>
              </a:lnSpc>
              <a:defRPr b="0" i="0">
                <a:solidFill>
                  <a:schemeClr val="tx1">
                    <a:lumMod val="75000"/>
                    <a:lumOff val="25000"/>
                  </a:schemeClr>
                </a:solidFill>
                <a:latin typeface="+mn-ea"/>
                <a:ea typeface="+mn-ea"/>
                <a:cs typeface="Arial" panose="020B0604020202020204" pitchFamily="34" charset="0"/>
              </a:defRPr>
            </a:lvl4pPr>
            <a:lvl5pPr>
              <a:lnSpc>
                <a:spcPct val="130000"/>
              </a:lnSpc>
              <a:defRPr b="0" i="0">
                <a:solidFill>
                  <a:schemeClr val="tx1">
                    <a:lumMod val="75000"/>
                    <a:lumOff val="25000"/>
                  </a:schemeClr>
                </a:solidFill>
                <a:latin typeface="+mn-ea"/>
                <a:ea typeface="+mn-ea"/>
                <a:cs typeface="Arial" panose="020B0604020202020204" pitchFamily="34" charset="0"/>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90D7811-D88B-2441-9257-8EF10A1C1CC8}"/>
              </a:ext>
            </a:extLst>
          </p:cNvPr>
          <p:cNvSpPr>
            <a:spLocks noGrp="1"/>
          </p:cNvSpPr>
          <p:nvPr>
            <p:ph type="dt" sz="half" idx="10"/>
          </p:nvPr>
        </p:nvSpPr>
        <p:spPr/>
        <p:txBody>
          <a:bodyPr/>
          <a:lstStyle/>
          <a:p>
            <a:fld id="{76C640EC-05C6-4945-9A0E-5D22680D67D8}" type="datetime1">
              <a:rPr kumimoji="1" lang="ja-JP" altLang="en-US" smtClean="0"/>
              <a:t>2026/5/22</a:t>
            </a:fld>
            <a:endParaRPr kumimoji="1" lang="ja-JP" altLang="en-US"/>
          </a:p>
        </p:txBody>
      </p:sp>
      <p:sp>
        <p:nvSpPr>
          <p:cNvPr id="5" name="フッター プレースホルダー 4">
            <a:extLst>
              <a:ext uri="{FF2B5EF4-FFF2-40B4-BE49-F238E27FC236}">
                <a16:creationId xmlns:a16="http://schemas.microsoft.com/office/drawing/2014/main" id="{11B81046-B1B1-5966-F66C-191A2D605DC2}"/>
              </a:ext>
            </a:extLst>
          </p:cNvPr>
          <p:cNvSpPr>
            <a:spLocks noGrp="1"/>
          </p:cNvSpPr>
          <p:nvPr>
            <p:ph type="ftr" sz="quarter" idx="11"/>
          </p:nvPr>
        </p:nvSpPr>
        <p:spPr/>
        <p:txBody>
          <a:bodyPr/>
          <a:lstStyle/>
          <a:p>
            <a:endParaRPr kumimoji="1" lang="ja-JP" altLang="en-US"/>
          </a:p>
        </p:txBody>
      </p:sp>
      <p:sp>
        <p:nvSpPr>
          <p:cNvPr id="7" name="正方形/長方形 6">
            <a:extLst>
              <a:ext uri="{FF2B5EF4-FFF2-40B4-BE49-F238E27FC236}">
                <a16:creationId xmlns:a16="http://schemas.microsoft.com/office/drawing/2014/main" id="{3E6E5F35-78DD-E674-3CEF-8DAA9DE039C1}"/>
              </a:ext>
            </a:extLst>
          </p:cNvPr>
          <p:cNvSpPr/>
          <p:nvPr userDrawn="1"/>
        </p:nvSpPr>
        <p:spPr>
          <a:xfrm>
            <a:off x="0" y="0"/>
            <a:ext cx="321469" cy="6858000"/>
          </a:xfrm>
          <a:prstGeom prst="rect">
            <a:avLst/>
          </a:prstGeom>
          <a:solidFill>
            <a:srgbClr val="0040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B6EE3B3C-88C6-D5AF-1AC6-8EC1B7DF9042}"/>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75000"/>
                  </a:schemeClr>
                </a:solidFill>
                <a:latin typeface="游ゴシック" panose="020B0400000000000000" pitchFamily="50" charset="-128"/>
                <a:ea typeface="游ゴシック" panose="020B0400000000000000" pitchFamily="50" charset="-128"/>
              </a:rPr>
              <a:t>©︎2025 VeriServe Corp.  </a:t>
            </a:r>
            <a:endParaRPr kumimoji="1" lang="ja-JP" altLang="en-US" sz="800">
              <a:solidFill>
                <a:schemeClr val="bg1">
                  <a:lumMod val="75000"/>
                </a:schemeClr>
              </a:solidFill>
              <a:latin typeface="+mn-lt"/>
              <a:ea typeface="游ゴシック" panose="020B0400000000000000" pitchFamily="50" charset="-128"/>
            </a:endParaRPr>
          </a:p>
        </p:txBody>
      </p:sp>
      <p:sp>
        <p:nvSpPr>
          <p:cNvPr id="15" name="テキスト ボックス 14">
            <a:extLst>
              <a:ext uri="{FF2B5EF4-FFF2-40B4-BE49-F238E27FC236}">
                <a16:creationId xmlns:a16="http://schemas.microsoft.com/office/drawing/2014/main" id="{AB9CA8DE-16CE-9A70-65B5-36B0CE5F61DE}"/>
              </a:ext>
            </a:extLst>
          </p:cNvPr>
          <p:cNvSpPr txBox="1"/>
          <p:nvPr userDrawn="1"/>
        </p:nvSpPr>
        <p:spPr>
          <a:xfrm rot="5400000">
            <a:off x="-456830" y="2070711"/>
            <a:ext cx="1213749" cy="215444"/>
          </a:xfrm>
          <a:prstGeom prst="rect">
            <a:avLst/>
          </a:prstGeom>
          <a:noFill/>
        </p:spPr>
        <p:txBody>
          <a:bodyPr vert="horz" wrap="square">
            <a:spAutoFit/>
          </a:bodyPr>
          <a:lstStyle/>
          <a:p>
            <a:pPr lvl="0"/>
            <a:r>
              <a:rPr kumimoji="1" lang="en-US" altLang="ja-JP" sz="800">
                <a:solidFill>
                  <a:schemeClr val="bg1">
                    <a:lumMod val="75000"/>
                  </a:schemeClr>
                </a:solidFill>
                <a:latin typeface="+mn-lt"/>
                <a:ea typeface="游ゴシック" panose="020B0400000000000000" pitchFamily="50" charset="-128"/>
              </a:rPr>
              <a:t>CONFIDENTIAL</a:t>
            </a:r>
            <a:endParaRPr kumimoji="1" lang="ja-JP" altLang="en-US" sz="800">
              <a:solidFill>
                <a:schemeClr val="bg1">
                  <a:lumMod val="75000"/>
                </a:schemeClr>
              </a:solidFill>
              <a:latin typeface="+mn-lt"/>
              <a:ea typeface="游ゴシック" panose="020B0400000000000000" pitchFamily="50" charset="-128"/>
            </a:endParaRPr>
          </a:p>
        </p:txBody>
      </p:sp>
      <p:cxnSp>
        <p:nvCxnSpPr>
          <p:cNvPr id="10" name="直線コネクタ 9">
            <a:extLst>
              <a:ext uri="{FF2B5EF4-FFF2-40B4-BE49-F238E27FC236}">
                <a16:creationId xmlns:a16="http://schemas.microsoft.com/office/drawing/2014/main" id="{3DC8A919-FAB4-6804-2DDB-FC69D6A6A62C}"/>
              </a:ext>
            </a:extLst>
          </p:cNvPr>
          <p:cNvCxnSpPr/>
          <p:nvPr userDrawn="1"/>
        </p:nvCxnSpPr>
        <p:spPr>
          <a:xfrm>
            <a:off x="838200" y="822960"/>
            <a:ext cx="10515600" cy="0"/>
          </a:xfrm>
          <a:prstGeom prst="line">
            <a:avLst/>
          </a:prstGeom>
          <a:ln w="12700">
            <a:solidFill>
              <a:srgbClr val="004098"/>
            </a:solidFill>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51D74FE5-E83A-DB30-2A6A-77DBE321718E}"/>
              </a:ext>
            </a:extLst>
          </p:cNvPr>
          <p:cNvSpPr txBox="1"/>
          <p:nvPr userDrawn="1"/>
        </p:nvSpPr>
        <p:spPr>
          <a:xfrm>
            <a:off x="13875" y="6469541"/>
            <a:ext cx="294953" cy="184666"/>
          </a:xfrm>
          <a:prstGeom prst="rect">
            <a:avLst/>
          </a:prstGeom>
          <a:noFill/>
        </p:spPr>
        <p:txBody>
          <a:bodyPr wrap="none" lIns="0" tIns="0" rIns="0" bIns="0" rtlCol="0">
            <a:spAutoFit/>
          </a:bodyPr>
          <a:lstStyle/>
          <a:p>
            <a:pPr algn="ctr"/>
            <a:fld id="{6BB6987E-DEA3-4B61-8C0A-028B33D0CFA7}" type="slidenum">
              <a:rPr kumimoji="1" lang="ja-JP" altLang="en-US" sz="1200" b="0" i="0" u="none" strike="noStrike" kern="1200" cap="none" spc="0" normalizeH="0" baseline="0" noProof="0" smtClean="0">
                <a:ln>
                  <a:noFill/>
                </a:ln>
                <a:solidFill>
                  <a:schemeClr val="bg1"/>
                </a:solidFill>
                <a:effectLst/>
                <a:uLnTx/>
                <a:uFillTx/>
                <a:latin typeface="+mn-ea"/>
                <a:ea typeface="+mn-ea"/>
                <a:cs typeface="+mn-cs"/>
              </a:rPr>
              <a:pPr algn="ctr"/>
              <a:t>‹#›</a:t>
            </a:fld>
            <a:endParaRPr kumimoji="1" lang="ja-JP" altLang="en-US" sz="3200">
              <a:solidFill>
                <a:schemeClr val="bg1"/>
              </a:solidFill>
              <a:latin typeface="+mn-ea"/>
              <a:ea typeface="+mn-ea"/>
            </a:endParaRPr>
          </a:p>
        </p:txBody>
      </p:sp>
      <p:sp>
        <p:nvSpPr>
          <p:cNvPr id="16" name="タイトル 1">
            <a:extLst>
              <a:ext uri="{FF2B5EF4-FFF2-40B4-BE49-F238E27FC236}">
                <a16:creationId xmlns:a16="http://schemas.microsoft.com/office/drawing/2014/main" id="{3FADC426-3176-C830-FFEE-C7A5FAB66CA4}"/>
              </a:ext>
            </a:extLst>
          </p:cNvPr>
          <p:cNvSpPr>
            <a:spLocks noGrp="1"/>
          </p:cNvSpPr>
          <p:nvPr>
            <p:ph type="title"/>
          </p:nvPr>
        </p:nvSpPr>
        <p:spPr>
          <a:xfrm>
            <a:off x="803275" y="319405"/>
            <a:ext cx="10837863" cy="503555"/>
          </a:xfrm>
        </p:spPr>
        <p:txBody>
          <a:bodyPr>
            <a:noAutofit/>
          </a:bodyPr>
          <a:lstStyle>
            <a:lvl1pPr>
              <a:defRPr sz="2400" b="1" i="0" spc="300">
                <a:solidFill>
                  <a:srgbClr val="004098"/>
                </a:solidFill>
                <a:latin typeface="+mj-ea"/>
                <a:ea typeface="+mj-ea"/>
              </a:defRPr>
            </a:lvl1pPr>
          </a:lstStyle>
          <a:p>
            <a:r>
              <a:rPr kumimoji="1" lang="ja-JP" altLang="en-US"/>
              <a:t>マスター タイトルの書式設定</a:t>
            </a:r>
          </a:p>
        </p:txBody>
      </p:sp>
      <p:pic>
        <p:nvPicPr>
          <p:cNvPr id="6" name="図 5" descr="図形  中程度の精度で自動的に生成された説明">
            <a:extLst>
              <a:ext uri="{FF2B5EF4-FFF2-40B4-BE49-F238E27FC236}">
                <a16:creationId xmlns:a16="http://schemas.microsoft.com/office/drawing/2014/main" id="{9DB9B7E5-9078-826E-3180-64C4933EF010}"/>
              </a:ext>
            </a:extLst>
          </p:cNvPr>
          <p:cNvPicPr>
            <a:picLocks noChangeAspect="1"/>
          </p:cNvPicPr>
          <p:nvPr userDrawn="1"/>
        </p:nvPicPr>
        <p:blipFill>
          <a:blip r:embed="rId2"/>
          <a:stretch>
            <a:fillRect/>
          </a:stretch>
        </p:blipFill>
        <p:spPr>
          <a:xfrm>
            <a:off x="10714617" y="6431981"/>
            <a:ext cx="1125241" cy="266400"/>
          </a:xfrm>
          <a:prstGeom prst="rect">
            <a:avLst/>
          </a:prstGeom>
        </p:spPr>
      </p:pic>
      <p:sp>
        <p:nvSpPr>
          <p:cNvPr id="2" name="テキスト ボックス 1">
            <a:extLst>
              <a:ext uri="{FF2B5EF4-FFF2-40B4-BE49-F238E27FC236}">
                <a16:creationId xmlns:a16="http://schemas.microsoft.com/office/drawing/2014/main" id="{5DFF5C25-3F1B-46CC-B405-178DD45DFD22}"/>
              </a:ext>
            </a:extLst>
          </p:cNvPr>
          <p:cNvSpPr txBox="1"/>
          <p:nvPr userDrawn="1"/>
        </p:nvSpPr>
        <p:spPr>
          <a:xfrm>
            <a:off x="8851" y="2869064"/>
            <a:ext cx="307777" cy="3284848"/>
          </a:xfrm>
          <a:prstGeom prst="rect">
            <a:avLst/>
          </a:prstGeom>
          <a:noFill/>
        </p:spPr>
        <p:txBody>
          <a:bodyPr vert="eaVert" wrap="square">
            <a:spAutoFit/>
          </a:bodyPr>
          <a:lstStyle/>
          <a:p>
            <a:pPr lvl="0"/>
            <a:r>
              <a:rPr kumimoji="1" lang="ja-JP" altLang="en-US" sz="800">
                <a:solidFill>
                  <a:schemeClr val="bg1">
                    <a:lumMod val="75000"/>
                  </a:schemeClr>
                </a:solidFill>
                <a:latin typeface="+mn-ea"/>
                <a:ea typeface="+mn-ea"/>
              </a:rPr>
              <a:t>会社名・商品名・サ−ビス名は各社の登録商標 </a:t>
            </a:r>
            <a:r>
              <a:rPr kumimoji="1" lang="ja-JP" altLang="en-US" sz="800" b="0">
                <a:solidFill>
                  <a:schemeClr val="bg1">
                    <a:lumMod val="75000"/>
                  </a:schemeClr>
                </a:solidFill>
                <a:latin typeface="HGP明朝B" panose="02020800000000000000" pitchFamily="18" charset="-128"/>
                <a:ea typeface="HGP明朝B" panose="02020800000000000000" pitchFamily="18" charset="-128"/>
              </a:rPr>
              <a:t>、</a:t>
            </a:r>
            <a:r>
              <a:rPr kumimoji="1" lang="ja-JP" altLang="en-US" sz="800">
                <a:solidFill>
                  <a:schemeClr val="bg1">
                    <a:lumMod val="75000"/>
                  </a:schemeClr>
                </a:solidFill>
                <a:latin typeface="+mn-ea"/>
                <a:ea typeface="+mn-ea"/>
              </a:rPr>
              <a:t>または商標です</a:t>
            </a:r>
          </a:p>
        </p:txBody>
      </p:sp>
    </p:spTree>
    <p:extLst>
      <p:ext uri="{BB962C8B-B14F-4D97-AF65-F5344CB8AC3E}">
        <p14:creationId xmlns:p14="http://schemas.microsoft.com/office/powerpoint/2010/main" val="428906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比較_２">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53E74B52-5118-69E7-7250-51633D17C15E}"/>
              </a:ext>
            </a:extLst>
          </p:cNvPr>
          <p:cNvSpPr>
            <a:spLocks noGrp="1"/>
          </p:cNvSpPr>
          <p:nvPr>
            <p:ph type="body" idx="1"/>
          </p:nvPr>
        </p:nvSpPr>
        <p:spPr>
          <a:xfrm>
            <a:off x="803275" y="704913"/>
            <a:ext cx="5157787" cy="823912"/>
          </a:xfrm>
        </p:spPr>
        <p:txBody>
          <a:bodyPr anchor="b">
            <a:normAutofit/>
          </a:bodyPr>
          <a:lstStyle>
            <a:lvl1pPr marL="0" indent="0">
              <a:lnSpc>
                <a:spcPct val="130000"/>
              </a:lnSpc>
              <a:buNone/>
              <a:defRPr sz="2400" b="1"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3D6F200C-371B-8CD0-274B-3AD88B98E6B4}"/>
              </a:ext>
            </a:extLst>
          </p:cNvPr>
          <p:cNvSpPr>
            <a:spLocks noGrp="1"/>
          </p:cNvSpPr>
          <p:nvPr>
            <p:ph sz="half" idx="2"/>
          </p:nvPr>
        </p:nvSpPr>
        <p:spPr>
          <a:xfrm>
            <a:off x="803275" y="1932051"/>
            <a:ext cx="5157787" cy="3684588"/>
          </a:xfrm>
        </p:spPr>
        <p:txBody>
          <a:bodyPr>
            <a:normAutofit/>
          </a:bodyPr>
          <a:lstStyle>
            <a:lvl1pPr marL="0" indent="0">
              <a:lnSpc>
                <a:spcPct val="150000"/>
              </a:lnSpc>
              <a:buNone/>
              <a:defRPr sz="20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a:t>マスター テキストの書式設定</a:t>
            </a:r>
          </a:p>
        </p:txBody>
      </p:sp>
      <p:sp>
        <p:nvSpPr>
          <p:cNvPr id="7" name="日付プレースホルダー 6">
            <a:extLst>
              <a:ext uri="{FF2B5EF4-FFF2-40B4-BE49-F238E27FC236}">
                <a16:creationId xmlns:a16="http://schemas.microsoft.com/office/drawing/2014/main" id="{A566790C-FC1A-1FFC-62D6-439B074B880B}"/>
              </a:ext>
            </a:extLst>
          </p:cNvPr>
          <p:cNvSpPr>
            <a:spLocks noGrp="1"/>
          </p:cNvSpPr>
          <p:nvPr>
            <p:ph type="dt" sz="half" idx="10"/>
          </p:nvPr>
        </p:nvSpPr>
        <p:spPr/>
        <p:txBody>
          <a:bodyPr/>
          <a:lstStyle/>
          <a:p>
            <a:fld id="{72B5C2F5-5B9F-984D-9F74-8964CBF50DCE}" type="datetime1">
              <a:rPr kumimoji="1" lang="ja-JP" altLang="en-US" smtClean="0"/>
              <a:t>2026/5/22</a:t>
            </a:fld>
            <a:endParaRPr kumimoji="1" lang="ja-JP" altLang="en-US"/>
          </a:p>
        </p:txBody>
      </p:sp>
      <p:sp>
        <p:nvSpPr>
          <p:cNvPr id="8" name="フッター プレースホルダー 7">
            <a:extLst>
              <a:ext uri="{FF2B5EF4-FFF2-40B4-BE49-F238E27FC236}">
                <a16:creationId xmlns:a16="http://schemas.microsoft.com/office/drawing/2014/main" id="{06A78D6E-B407-CD1C-C716-9EAB17968DFE}"/>
              </a:ext>
            </a:extLst>
          </p:cNvPr>
          <p:cNvSpPr>
            <a:spLocks noGrp="1"/>
          </p:cNvSpPr>
          <p:nvPr>
            <p:ph type="ftr" sz="quarter" idx="11"/>
          </p:nvPr>
        </p:nvSpPr>
        <p:spPr/>
        <p:txBody>
          <a:bodyPr/>
          <a:lstStyle/>
          <a:p>
            <a:endParaRPr kumimoji="1" lang="ja-JP" altLang="en-US"/>
          </a:p>
        </p:txBody>
      </p:sp>
      <p:sp>
        <p:nvSpPr>
          <p:cNvPr id="10" name="テキスト プレースホルダー 2">
            <a:extLst>
              <a:ext uri="{FF2B5EF4-FFF2-40B4-BE49-F238E27FC236}">
                <a16:creationId xmlns:a16="http://schemas.microsoft.com/office/drawing/2014/main" id="{2FF559DD-D1FF-5912-6960-A787F34AA609}"/>
              </a:ext>
            </a:extLst>
          </p:cNvPr>
          <p:cNvSpPr>
            <a:spLocks noGrp="1"/>
          </p:cNvSpPr>
          <p:nvPr>
            <p:ph type="body" idx="13"/>
          </p:nvPr>
        </p:nvSpPr>
        <p:spPr>
          <a:xfrm>
            <a:off x="6483351" y="704913"/>
            <a:ext cx="5157787" cy="823912"/>
          </a:xfrm>
        </p:spPr>
        <p:txBody>
          <a:bodyPr anchor="b">
            <a:normAutofit/>
          </a:bodyPr>
          <a:lstStyle>
            <a:lvl1pPr marL="0" indent="0">
              <a:lnSpc>
                <a:spcPct val="130000"/>
              </a:lnSpc>
              <a:buNone/>
              <a:defRPr sz="2400" b="1"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11" name="コンテンツ プレースホルダー 3">
            <a:extLst>
              <a:ext uri="{FF2B5EF4-FFF2-40B4-BE49-F238E27FC236}">
                <a16:creationId xmlns:a16="http://schemas.microsoft.com/office/drawing/2014/main" id="{4EDB58B2-3798-FED9-4C87-0F0929166FE8}"/>
              </a:ext>
            </a:extLst>
          </p:cNvPr>
          <p:cNvSpPr>
            <a:spLocks noGrp="1"/>
          </p:cNvSpPr>
          <p:nvPr>
            <p:ph sz="half" idx="14"/>
          </p:nvPr>
        </p:nvSpPr>
        <p:spPr>
          <a:xfrm>
            <a:off x="6483351" y="1932051"/>
            <a:ext cx="5157787" cy="3684588"/>
          </a:xfrm>
        </p:spPr>
        <p:txBody>
          <a:bodyPr>
            <a:normAutofit/>
          </a:bodyPr>
          <a:lstStyle>
            <a:lvl1pPr marL="0" indent="0">
              <a:lnSpc>
                <a:spcPct val="150000"/>
              </a:lnSpc>
              <a:buNone/>
              <a:defRPr sz="20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a:t>マスター テキストの書式設定</a:t>
            </a:r>
          </a:p>
        </p:txBody>
      </p:sp>
      <p:sp>
        <p:nvSpPr>
          <p:cNvPr id="12" name="正方形/長方形 11">
            <a:extLst>
              <a:ext uri="{FF2B5EF4-FFF2-40B4-BE49-F238E27FC236}">
                <a16:creationId xmlns:a16="http://schemas.microsoft.com/office/drawing/2014/main" id="{38F4E8F8-A13E-23D3-4066-569BD344C962}"/>
              </a:ext>
            </a:extLst>
          </p:cNvPr>
          <p:cNvSpPr/>
          <p:nvPr userDrawn="1"/>
        </p:nvSpPr>
        <p:spPr>
          <a:xfrm>
            <a:off x="0" y="0"/>
            <a:ext cx="321469" cy="6858000"/>
          </a:xfrm>
          <a:prstGeom prst="rect">
            <a:avLst/>
          </a:prstGeom>
          <a:solidFill>
            <a:srgbClr val="0040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73FDB1A3-0B8E-B0D5-18BA-93517EA7162C}"/>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75000"/>
                  </a:schemeClr>
                </a:solidFill>
                <a:latin typeface="+mn-lt"/>
                <a:ea typeface="游ゴシック" panose="020B0400000000000000" pitchFamily="50" charset="-128"/>
              </a:rPr>
              <a:t>©︎2025 VeriServe Corp.  </a:t>
            </a:r>
            <a:endParaRPr kumimoji="1" lang="ja-JP" altLang="en-US" sz="800">
              <a:solidFill>
                <a:schemeClr val="bg1">
                  <a:lumMod val="75000"/>
                </a:schemeClr>
              </a:solidFill>
              <a:latin typeface="+mn-lt"/>
              <a:ea typeface="游ゴシック" panose="020B0400000000000000" pitchFamily="50" charset="-128"/>
            </a:endParaRPr>
          </a:p>
        </p:txBody>
      </p:sp>
      <p:sp>
        <p:nvSpPr>
          <p:cNvPr id="16" name="テキスト ボックス 15">
            <a:extLst>
              <a:ext uri="{FF2B5EF4-FFF2-40B4-BE49-F238E27FC236}">
                <a16:creationId xmlns:a16="http://schemas.microsoft.com/office/drawing/2014/main" id="{F0C18B56-A70A-A355-18EC-8E9508E25B06}"/>
              </a:ext>
            </a:extLst>
          </p:cNvPr>
          <p:cNvSpPr txBox="1"/>
          <p:nvPr userDrawn="1"/>
        </p:nvSpPr>
        <p:spPr>
          <a:xfrm rot="5400000">
            <a:off x="-456830" y="2070711"/>
            <a:ext cx="1213749" cy="215444"/>
          </a:xfrm>
          <a:prstGeom prst="rect">
            <a:avLst/>
          </a:prstGeom>
          <a:noFill/>
        </p:spPr>
        <p:txBody>
          <a:bodyPr vert="horz" wrap="square">
            <a:spAutoFit/>
          </a:bodyPr>
          <a:lstStyle/>
          <a:p>
            <a:pPr lvl="0"/>
            <a:r>
              <a:rPr kumimoji="1" lang="en-US" altLang="ja-JP" sz="800">
                <a:solidFill>
                  <a:schemeClr val="bg1">
                    <a:lumMod val="75000"/>
                  </a:schemeClr>
                </a:solidFill>
                <a:latin typeface="+mn-lt"/>
                <a:ea typeface="游ゴシック" panose="020B0400000000000000" pitchFamily="50" charset="-128"/>
              </a:rPr>
              <a:t>CONFIDENTIAL</a:t>
            </a:r>
            <a:endParaRPr kumimoji="1" lang="ja-JP" altLang="en-US" sz="800">
              <a:solidFill>
                <a:schemeClr val="bg1">
                  <a:lumMod val="75000"/>
                </a:schemeClr>
              </a:solidFill>
              <a:latin typeface="+mn-lt"/>
              <a:ea typeface="游ゴシック" panose="020B0400000000000000" pitchFamily="50" charset="-128"/>
            </a:endParaRPr>
          </a:p>
        </p:txBody>
      </p:sp>
      <p:sp>
        <p:nvSpPr>
          <p:cNvPr id="9" name="テキスト ボックス 8">
            <a:extLst>
              <a:ext uri="{FF2B5EF4-FFF2-40B4-BE49-F238E27FC236}">
                <a16:creationId xmlns:a16="http://schemas.microsoft.com/office/drawing/2014/main" id="{223CC73C-3D37-7613-DADA-3AA9B3FF4A82}"/>
              </a:ext>
            </a:extLst>
          </p:cNvPr>
          <p:cNvSpPr txBox="1"/>
          <p:nvPr userDrawn="1"/>
        </p:nvSpPr>
        <p:spPr>
          <a:xfrm>
            <a:off x="13875" y="6469541"/>
            <a:ext cx="294953" cy="184666"/>
          </a:xfrm>
          <a:prstGeom prst="rect">
            <a:avLst/>
          </a:prstGeom>
          <a:noFill/>
        </p:spPr>
        <p:txBody>
          <a:bodyPr wrap="none" lIns="0" tIns="0" rIns="0" bIns="0" rtlCol="0">
            <a:spAutoFit/>
          </a:bodyPr>
          <a:lstStyle/>
          <a:p>
            <a:pPr algn="ctr"/>
            <a:fld id="{6BB6987E-DEA3-4B61-8C0A-028B33D0CFA7}" type="slidenum">
              <a:rPr kumimoji="1" lang="ja-JP" altLang="en-US" sz="1200" b="0" i="0" u="none" strike="noStrike" kern="1200" cap="none" spc="0" normalizeH="0" baseline="0" noProof="0" smtClean="0">
                <a:ln>
                  <a:noFill/>
                </a:ln>
                <a:solidFill>
                  <a:schemeClr val="bg1"/>
                </a:solidFill>
                <a:effectLst/>
                <a:uLnTx/>
                <a:uFillTx/>
                <a:latin typeface="+mn-ea"/>
                <a:ea typeface="+mn-ea"/>
                <a:cs typeface="+mn-cs"/>
              </a:rPr>
              <a:pPr algn="ctr"/>
              <a:t>‹#›</a:t>
            </a:fld>
            <a:endParaRPr kumimoji="1" lang="ja-JP" altLang="en-US" sz="3200">
              <a:solidFill>
                <a:schemeClr val="bg1"/>
              </a:solidFill>
              <a:latin typeface="+mn-ea"/>
              <a:ea typeface="+mn-ea"/>
            </a:endParaRPr>
          </a:p>
        </p:txBody>
      </p:sp>
      <p:pic>
        <p:nvPicPr>
          <p:cNvPr id="6" name="図 5" descr="図形  中程度の精度で自動的に生成された説明">
            <a:extLst>
              <a:ext uri="{FF2B5EF4-FFF2-40B4-BE49-F238E27FC236}">
                <a16:creationId xmlns:a16="http://schemas.microsoft.com/office/drawing/2014/main" id="{790D077F-E6F9-A2A4-E4F0-9B2E1EE5C53B}"/>
              </a:ext>
            </a:extLst>
          </p:cNvPr>
          <p:cNvPicPr>
            <a:picLocks noChangeAspect="1"/>
          </p:cNvPicPr>
          <p:nvPr userDrawn="1"/>
        </p:nvPicPr>
        <p:blipFill>
          <a:blip r:embed="rId2"/>
          <a:stretch>
            <a:fillRect/>
          </a:stretch>
        </p:blipFill>
        <p:spPr>
          <a:xfrm>
            <a:off x="10714617" y="6431981"/>
            <a:ext cx="1125241" cy="266400"/>
          </a:xfrm>
          <a:prstGeom prst="rect">
            <a:avLst/>
          </a:prstGeom>
        </p:spPr>
      </p:pic>
      <p:sp>
        <p:nvSpPr>
          <p:cNvPr id="5" name="テキスト ボックス 4">
            <a:extLst>
              <a:ext uri="{FF2B5EF4-FFF2-40B4-BE49-F238E27FC236}">
                <a16:creationId xmlns:a16="http://schemas.microsoft.com/office/drawing/2014/main" id="{AA4F8C40-C1E0-BDFB-38C8-52794C77420F}"/>
              </a:ext>
            </a:extLst>
          </p:cNvPr>
          <p:cNvSpPr txBox="1"/>
          <p:nvPr userDrawn="1"/>
        </p:nvSpPr>
        <p:spPr>
          <a:xfrm>
            <a:off x="8851" y="2869064"/>
            <a:ext cx="307777" cy="3101968"/>
          </a:xfrm>
          <a:prstGeom prst="rect">
            <a:avLst/>
          </a:prstGeom>
          <a:noFill/>
        </p:spPr>
        <p:txBody>
          <a:bodyPr vert="eaVert" wrap="square">
            <a:spAutoFit/>
          </a:bodyPr>
          <a:lstStyle/>
          <a:p>
            <a:pPr lvl="0"/>
            <a:r>
              <a:rPr kumimoji="1" lang="ja-JP" altLang="en-US" sz="800">
                <a:solidFill>
                  <a:schemeClr val="bg1">
                    <a:lumMod val="75000"/>
                  </a:schemeClr>
                </a:solidFill>
                <a:latin typeface="+mn-ea"/>
                <a:ea typeface="+mn-ea"/>
              </a:rPr>
              <a:t>会社名・商品名・サ−ビス名は各社の登録商標 </a:t>
            </a:r>
            <a:r>
              <a:rPr kumimoji="1" lang="ja-JP" altLang="en-US" sz="800">
                <a:solidFill>
                  <a:schemeClr val="bg1">
                    <a:lumMod val="75000"/>
                  </a:schemeClr>
                </a:solidFill>
                <a:latin typeface="HGP明朝B" panose="02020800000000000000" pitchFamily="18" charset="-128"/>
                <a:ea typeface="HGP明朝B" panose="02020800000000000000" pitchFamily="18" charset="-128"/>
              </a:rPr>
              <a:t>、</a:t>
            </a:r>
            <a:r>
              <a:rPr kumimoji="1" lang="ja-JP" altLang="en-US" sz="800">
                <a:solidFill>
                  <a:schemeClr val="bg1">
                    <a:lumMod val="75000"/>
                  </a:schemeClr>
                </a:solidFill>
                <a:latin typeface="+mn-ea"/>
                <a:ea typeface="+mn-ea"/>
              </a:rPr>
              <a:t>または商標です</a:t>
            </a:r>
          </a:p>
        </p:txBody>
      </p:sp>
    </p:spTree>
    <p:extLst>
      <p:ext uri="{BB962C8B-B14F-4D97-AF65-F5344CB8AC3E}">
        <p14:creationId xmlns:p14="http://schemas.microsoft.com/office/powerpoint/2010/main" val="2824668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比較_3">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53E74B52-5118-69E7-7250-51633D17C15E}"/>
              </a:ext>
            </a:extLst>
          </p:cNvPr>
          <p:cNvSpPr>
            <a:spLocks noGrp="1"/>
          </p:cNvSpPr>
          <p:nvPr>
            <p:ph type="body" idx="1"/>
          </p:nvPr>
        </p:nvSpPr>
        <p:spPr>
          <a:xfrm>
            <a:off x="803275" y="821443"/>
            <a:ext cx="3142938" cy="823912"/>
          </a:xfrm>
        </p:spPr>
        <p:txBody>
          <a:bodyPr anchor="b">
            <a:noAutofit/>
          </a:bodyPr>
          <a:lstStyle>
            <a:lvl1pPr marL="0" indent="0">
              <a:lnSpc>
                <a:spcPct val="130000"/>
              </a:lnSpc>
              <a:buNone/>
              <a:defRPr sz="2400" b="1" spc="100" baseline="0">
                <a:latin typeface="+mn-ea"/>
                <a:ea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3D6F200C-371B-8CD0-274B-3AD88B98E6B4}"/>
              </a:ext>
            </a:extLst>
          </p:cNvPr>
          <p:cNvSpPr>
            <a:spLocks noGrp="1"/>
          </p:cNvSpPr>
          <p:nvPr>
            <p:ph sz="half" idx="2"/>
          </p:nvPr>
        </p:nvSpPr>
        <p:spPr>
          <a:xfrm>
            <a:off x="803275" y="1842840"/>
            <a:ext cx="3346307" cy="4114419"/>
          </a:xfrm>
        </p:spPr>
        <p:txBody>
          <a:bodyPr>
            <a:normAutofit/>
          </a:bodyPr>
          <a:lstStyle>
            <a:lvl1pPr marL="0" indent="0">
              <a:lnSpc>
                <a:spcPct val="150000"/>
              </a:lnSpc>
              <a:buNone/>
              <a:defRPr sz="18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a:t>マスター テキストの書式設定</a:t>
            </a:r>
          </a:p>
        </p:txBody>
      </p:sp>
      <p:sp>
        <p:nvSpPr>
          <p:cNvPr id="7" name="日付プレースホルダー 6">
            <a:extLst>
              <a:ext uri="{FF2B5EF4-FFF2-40B4-BE49-F238E27FC236}">
                <a16:creationId xmlns:a16="http://schemas.microsoft.com/office/drawing/2014/main" id="{A566790C-FC1A-1FFC-62D6-439B074B880B}"/>
              </a:ext>
            </a:extLst>
          </p:cNvPr>
          <p:cNvSpPr>
            <a:spLocks noGrp="1"/>
          </p:cNvSpPr>
          <p:nvPr>
            <p:ph type="dt" sz="half" idx="10"/>
          </p:nvPr>
        </p:nvSpPr>
        <p:spPr/>
        <p:txBody>
          <a:bodyPr/>
          <a:lstStyle/>
          <a:p>
            <a:fld id="{72B5C2F5-5B9F-984D-9F74-8964CBF50DCE}" type="datetime1">
              <a:rPr kumimoji="1" lang="ja-JP" altLang="en-US" smtClean="0"/>
              <a:t>2026/5/22</a:t>
            </a:fld>
            <a:endParaRPr kumimoji="1" lang="ja-JP" altLang="en-US"/>
          </a:p>
        </p:txBody>
      </p:sp>
      <p:sp>
        <p:nvSpPr>
          <p:cNvPr id="8" name="フッター プレースホルダー 7">
            <a:extLst>
              <a:ext uri="{FF2B5EF4-FFF2-40B4-BE49-F238E27FC236}">
                <a16:creationId xmlns:a16="http://schemas.microsoft.com/office/drawing/2014/main" id="{06A78D6E-B407-CD1C-C716-9EAB17968DFE}"/>
              </a:ext>
            </a:extLst>
          </p:cNvPr>
          <p:cNvSpPr>
            <a:spLocks noGrp="1"/>
          </p:cNvSpPr>
          <p:nvPr>
            <p:ph type="ftr" sz="quarter" idx="11"/>
          </p:nvPr>
        </p:nvSpPr>
        <p:spPr/>
        <p:txBody>
          <a:bodyPr/>
          <a:lstStyle/>
          <a:p>
            <a:endParaRPr kumimoji="1" lang="ja-JP" altLang="en-US"/>
          </a:p>
        </p:txBody>
      </p:sp>
      <p:sp>
        <p:nvSpPr>
          <p:cNvPr id="12" name="正方形/長方形 11">
            <a:extLst>
              <a:ext uri="{FF2B5EF4-FFF2-40B4-BE49-F238E27FC236}">
                <a16:creationId xmlns:a16="http://schemas.microsoft.com/office/drawing/2014/main" id="{38F4E8F8-A13E-23D3-4066-569BD344C962}"/>
              </a:ext>
            </a:extLst>
          </p:cNvPr>
          <p:cNvSpPr/>
          <p:nvPr userDrawn="1"/>
        </p:nvSpPr>
        <p:spPr>
          <a:xfrm>
            <a:off x="0" y="0"/>
            <a:ext cx="321469" cy="6858000"/>
          </a:xfrm>
          <a:prstGeom prst="rect">
            <a:avLst/>
          </a:prstGeom>
          <a:solidFill>
            <a:srgbClr val="0040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73FDB1A3-0B8E-B0D5-18BA-93517EA7162C}"/>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75000"/>
                  </a:schemeClr>
                </a:solidFill>
                <a:latin typeface="+mn-lt"/>
                <a:ea typeface="游ゴシック" panose="020B0400000000000000" pitchFamily="50" charset="-128"/>
              </a:rPr>
              <a:t>©︎2025 VeriServe Corp.  </a:t>
            </a:r>
            <a:endParaRPr kumimoji="1" lang="ja-JP" altLang="en-US" sz="800">
              <a:solidFill>
                <a:schemeClr val="bg1">
                  <a:lumMod val="75000"/>
                </a:schemeClr>
              </a:solidFill>
              <a:latin typeface="+mn-lt"/>
              <a:ea typeface="游ゴシック" panose="020B0400000000000000" pitchFamily="50" charset="-128"/>
            </a:endParaRPr>
          </a:p>
        </p:txBody>
      </p:sp>
      <p:sp>
        <p:nvSpPr>
          <p:cNvPr id="16" name="テキスト ボックス 15">
            <a:extLst>
              <a:ext uri="{FF2B5EF4-FFF2-40B4-BE49-F238E27FC236}">
                <a16:creationId xmlns:a16="http://schemas.microsoft.com/office/drawing/2014/main" id="{F0C18B56-A70A-A355-18EC-8E9508E25B06}"/>
              </a:ext>
            </a:extLst>
          </p:cNvPr>
          <p:cNvSpPr txBox="1"/>
          <p:nvPr userDrawn="1"/>
        </p:nvSpPr>
        <p:spPr>
          <a:xfrm rot="5400000">
            <a:off x="-456830" y="2070711"/>
            <a:ext cx="1213749" cy="215444"/>
          </a:xfrm>
          <a:prstGeom prst="rect">
            <a:avLst/>
          </a:prstGeom>
          <a:noFill/>
        </p:spPr>
        <p:txBody>
          <a:bodyPr vert="horz" wrap="square">
            <a:spAutoFit/>
          </a:bodyPr>
          <a:lstStyle/>
          <a:p>
            <a:pPr lvl="0"/>
            <a:r>
              <a:rPr kumimoji="1" lang="en-US" altLang="ja-JP" sz="800">
                <a:solidFill>
                  <a:schemeClr val="bg1">
                    <a:lumMod val="75000"/>
                  </a:schemeClr>
                </a:solidFill>
                <a:latin typeface="+mn-lt"/>
                <a:ea typeface="游ゴシック" panose="020B0400000000000000" pitchFamily="50" charset="-128"/>
              </a:rPr>
              <a:t>CONFIDENTIAL</a:t>
            </a:r>
            <a:endParaRPr kumimoji="1" lang="ja-JP" altLang="en-US" sz="800">
              <a:solidFill>
                <a:schemeClr val="bg1">
                  <a:lumMod val="75000"/>
                </a:schemeClr>
              </a:solidFill>
              <a:latin typeface="+mn-lt"/>
              <a:ea typeface="游ゴシック" panose="020B0400000000000000" pitchFamily="50" charset="-128"/>
            </a:endParaRPr>
          </a:p>
        </p:txBody>
      </p:sp>
      <p:sp>
        <p:nvSpPr>
          <p:cNvPr id="2" name="テキスト プレースホルダー 2">
            <a:extLst>
              <a:ext uri="{FF2B5EF4-FFF2-40B4-BE49-F238E27FC236}">
                <a16:creationId xmlns:a16="http://schemas.microsoft.com/office/drawing/2014/main" id="{030AE112-0658-4F05-FD3F-A81B712E520C}"/>
              </a:ext>
            </a:extLst>
          </p:cNvPr>
          <p:cNvSpPr>
            <a:spLocks noGrp="1"/>
          </p:cNvSpPr>
          <p:nvPr>
            <p:ph type="body" idx="13"/>
          </p:nvPr>
        </p:nvSpPr>
        <p:spPr>
          <a:xfrm>
            <a:off x="4549053" y="821443"/>
            <a:ext cx="3142938" cy="823912"/>
          </a:xfrm>
        </p:spPr>
        <p:txBody>
          <a:bodyPr anchor="b">
            <a:noAutofit/>
          </a:bodyPr>
          <a:lstStyle>
            <a:lvl1pPr marL="0" indent="0">
              <a:lnSpc>
                <a:spcPct val="130000"/>
              </a:lnSpc>
              <a:buNone/>
              <a:defRPr sz="2400" b="1" spc="100" baseline="0">
                <a:latin typeface="+mn-ea"/>
                <a:ea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5" name="コンテンツ プレースホルダー 3">
            <a:extLst>
              <a:ext uri="{FF2B5EF4-FFF2-40B4-BE49-F238E27FC236}">
                <a16:creationId xmlns:a16="http://schemas.microsoft.com/office/drawing/2014/main" id="{3E9BEAA0-0088-AC86-336E-2B295F6AE914}"/>
              </a:ext>
            </a:extLst>
          </p:cNvPr>
          <p:cNvSpPr>
            <a:spLocks noGrp="1"/>
          </p:cNvSpPr>
          <p:nvPr>
            <p:ph sz="half" idx="14"/>
          </p:nvPr>
        </p:nvSpPr>
        <p:spPr>
          <a:xfrm>
            <a:off x="4549053" y="1842840"/>
            <a:ext cx="3346307" cy="4114419"/>
          </a:xfrm>
        </p:spPr>
        <p:txBody>
          <a:bodyPr>
            <a:normAutofit/>
          </a:bodyPr>
          <a:lstStyle>
            <a:lvl1pPr marL="0" indent="0">
              <a:lnSpc>
                <a:spcPct val="150000"/>
              </a:lnSpc>
              <a:buNone/>
              <a:defRPr sz="18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a:t>マスター テキストの書式設定</a:t>
            </a:r>
          </a:p>
        </p:txBody>
      </p:sp>
      <p:sp>
        <p:nvSpPr>
          <p:cNvPr id="6" name="テキスト プレースホルダー 2">
            <a:extLst>
              <a:ext uri="{FF2B5EF4-FFF2-40B4-BE49-F238E27FC236}">
                <a16:creationId xmlns:a16="http://schemas.microsoft.com/office/drawing/2014/main" id="{D5771BC7-1B5E-D00C-29AC-6C609C1E27A1}"/>
              </a:ext>
            </a:extLst>
          </p:cNvPr>
          <p:cNvSpPr>
            <a:spLocks noGrp="1"/>
          </p:cNvSpPr>
          <p:nvPr>
            <p:ph type="body" idx="15"/>
          </p:nvPr>
        </p:nvSpPr>
        <p:spPr>
          <a:xfrm>
            <a:off x="8294831" y="821443"/>
            <a:ext cx="3142938" cy="823912"/>
          </a:xfrm>
        </p:spPr>
        <p:txBody>
          <a:bodyPr anchor="b">
            <a:noAutofit/>
          </a:bodyPr>
          <a:lstStyle>
            <a:lvl1pPr marL="0" indent="0">
              <a:lnSpc>
                <a:spcPct val="130000"/>
              </a:lnSpc>
              <a:buNone/>
              <a:defRPr sz="2400" b="1" spc="100" baseline="0">
                <a:latin typeface="+mn-ea"/>
                <a:ea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9" name="コンテンツ プレースホルダー 3">
            <a:extLst>
              <a:ext uri="{FF2B5EF4-FFF2-40B4-BE49-F238E27FC236}">
                <a16:creationId xmlns:a16="http://schemas.microsoft.com/office/drawing/2014/main" id="{7538BFE3-FAF0-8713-1C78-BF9A83965D3E}"/>
              </a:ext>
            </a:extLst>
          </p:cNvPr>
          <p:cNvSpPr>
            <a:spLocks noGrp="1"/>
          </p:cNvSpPr>
          <p:nvPr>
            <p:ph sz="half" idx="16"/>
          </p:nvPr>
        </p:nvSpPr>
        <p:spPr>
          <a:xfrm>
            <a:off x="8294831" y="1842840"/>
            <a:ext cx="3346307" cy="4114419"/>
          </a:xfrm>
        </p:spPr>
        <p:txBody>
          <a:bodyPr>
            <a:normAutofit/>
          </a:bodyPr>
          <a:lstStyle>
            <a:lvl1pPr marL="0" indent="0">
              <a:lnSpc>
                <a:spcPct val="150000"/>
              </a:lnSpc>
              <a:buNone/>
              <a:defRPr sz="18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a:t>マスター テキストの書式設定</a:t>
            </a:r>
          </a:p>
        </p:txBody>
      </p:sp>
      <p:sp>
        <p:nvSpPr>
          <p:cNvPr id="14" name="テキスト ボックス 13">
            <a:extLst>
              <a:ext uri="{FF2B5EF4-FFF2-40B4-BE49-F238E27FC236}">
                <a16:creationId xmlns:a16="http://schemas.microsoft.com/office/drawing/2014/main" id="{57ABD8D3-E46E-495A-A6E9-79C8737A28F5}"/>
              </a:ext>
            </a:extLst>
          </p:cNvPr>
          <p:cNvSpPr txBox="1"/>
          <p:nvPr userDrawn="1"/>
        </p:nvSpPr>
        <p:spPr>
          <a:xfrm>
            <a:off x="13875" y="6469541"/>
            <a:ext cx="294953" cy="184666"/>
          </a:xfrm>
          <a:prstGeom prst="rect">
            <a:avLst/>
          </a:prstGeom>
          <a:noFill/>
        </p:spPr>
        <p:txBody>
          <a:bodyPr wrap="none" lIns="0" tIns="0" rIns="0" bIns="0" rtlCol="0">
            <a:spAutoFit/>
          </a:bodyPr>
          <a:lstStyle/>
          <a:p>
            <a:pPr algn="ctr"/>
            <a:fld id="{6BB6987E-DEA3-4B61-8C0A-028B33D0CFA7}" type="slidenum">
              <a:rPr kumimoji="1" lang="ja-JP" altLang="en-US" sz="1200" b="0" i="0" u="none" strike="noStrike" kern="1200" cap="none" spc="0" normalizeH="0" baseline="0" noProof="0" smtClean="0">
                <a:ln>
                  <a:noFill/>
                </a:ln>
                <a:solidFill>
                  <a:schemeClr val="bg1"/>
                </a:solidFill>
                <a:effectLst/>
                <a:uLnTx/>
                <a:uFillTx/>
                <a:latin typeface="+mn-ea"/>
                <a:ea typeface="+mn-ea"/>
                <a:cs typeface="+mn-cs"/>
              </a:rPr>
              <a:pPr algn="ctr"/>
              <a:t>‹#›</a:t>
            </a:fld>
            <a:endParaRPr kumimoji="1" lang="ja-JP" altLang="en-US" sz="3200">
              <a:solidFill>
                <a:schemeClr val="bg1"/>
              </a:solidFill>
              <a:latin typeface="+mn-ea"/>
              <a:ea typeface="+mn-ea"/>
            </a:endParaRPr>
          </a:p>
        </p:txBody>
      </p:sp>
      <p:pic>
        <p:nvPicPr>
          <p:cNvPr id="13" name="図 12" descr="図形  中程度の精度で自動的に生成された説明">
            <a:extLst>
              <a:ext uri="{FF2B5EF4-FFF2-40B4-BE49-F238E27FC236}">
                <a16:creationId xmlns:a16="http://schemas.microsoft.com/office/drawing/2014/main" id="{B91C0BF8-48F1-32E9-C0B7-709C26A2F06F}"/>
              </a:ext>
            </a:extLst>
          </p:cNvPr>
          <p:cNvPicPr>
            <a:picLocks noChangeAspect="1"/>
          </p:cNvPicPr>
          <p:nvPr userDrawn="1"/>
        </p:nvPicPr>
        <p:blipFill>
          <a:blip r:embed="rId2"/>
          <a:stretch>
            <a:fillRect/>
          </a:stretch>
        </p:blipFill>
        <p:spPr>
          <a:xfrm>
            <a:off x="10714617" y="6431981"/>
            <a:ext cx="1125241" cy="266400"/>
          </a:xfrm>
          <a:prstGeom prst="rect">
            <a:avLst/>
          </a:prstGeom>
        </p:spPr>
      </p:pic>
      <p:sp>
        <p:nvSpPr>
          <p:cNvPr id="11" name="テキスト ボックス 10">
            <a:extLst>
              <a:ext uri="{FF2B5EF4-FFF2-40B4-BE49-F238E27FC236}">
                <a16:creationId xmlns:a16="http://schemas.microsoft.com/office/drawing/2014/main" id="{71DC28C4-5BA8-3869-D1B3-6D5EB20BBF00}"/>
              </a:ext>
            </a:extLst>
          </p:cNvPr>
          <p:cNvSpPr txBox="1"/>
          <p:nvPr userDrawn="1"/>
        </p:nvSpPr>
        <p:spPr>
          <a:xfrm>
            <a:off x="8851" y="2869064"/>
            <a:ext cx="307777" cy="3101968"/>
          </a:xfrm>
          <a:prstGeom prst="rect">
            <a:avLst/>
          </a:prstGeom>
          <a:noFill/>
        </p:spPr>
        <p:txBody>
          <a:bodyPr vert="eaVert" wrap="square">
            <a:spAutoFit/>
          </a:bodyPr>
          <a:lstStyle/>
          <a:p>
            <a:pPr lvl="0"/>
            <a:r>
              <a:rPr kumimoji="1" lang="ja-JP" altLang="en-US" sz="800">
                <a:solidFill>
                  <a:schemeClr val="bg1">
                    <a:lumMod val="75000"/>
                  </a:schemeClr>
                </a:solidFill>
                <a:latin typeface="+mn-ea"/>
                <a:ea typeface="+mn-ea"/>
              </a:rPr>
              <a:t>会社名・商品名・サ−ビス名は各社の登録商標 </a:t>
            </a:r>
            <a:r>
              <a:rPr kumimoji="1" lang="ja-JP" altLang="en-US" sz="800">
                <a:solidFill>
                  <a:schemeClr val="bg1">
                    <a:lumMod val="75000"/>
                  </a:schemeClr>
                </a:solidFill>
                <a:latin typeface="HGP明朝B" panose="02020800000000000000" pitchFamily="18" charset="-128"/>
                <a:ea typeface="HGP明朝B" panose="02020800000000000000" pitchFamily="18" charset="-128"/>
              </a:rPr>
              <a:t>、</a:t>
            </a:r>
            <a:r>
              <a:rPr kumimoji="1" lang="ja-JP" altLang="en-US" sz="800">
                <a:solidFill>
                  <a:schemeClr val="bg1">
                    <a:lumMod val="75000"/>
                  </a:schemeClr>
                </a:solidFill>
                <a:latin typeface="+mn-ea"/>
                <a:ea typeface="+mn-ea"/>
              </a:rPr>
              <a:t>または商標です</a:t>
            </a:r>
          </a:p>
        </p:txBody>
      </p:sp>
    </p:spTree>
    <p:extLst>
      <p:ext uri="{BB962C8B-B14F-4D97-AF65-F5344CB8AC3E}">
        <p14:creationId xmlns:p14="http://schemas.microsoft.com/office/powerpoint/2010/main" val="880869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青_EOF">
    <p:bg>
      <p:bgPr>
        <a:solidFill>
          <a:srgbClr val="004098"/>
        </a:solidFill>
        <a:effectLst/>
      </p:bgPr>
    </p:bg>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227B8E63-9637-2707-94AB-42F626B09A49}"/>
              </a:ext>
            </a:extLst>
          </p:cNvPr>
          <p:cNvSpPr>
            <a:spLocks noGrp="1"/>
          </p:cNvSpPr>
          <p:nvPr>
            <p:ph type="dt" sz="half" idx="10"/>
          </p:nvPr>
        </p:nvSpPr>
        <p:spPr/>
        <p:txBody>
          <a:bodyPr/>
          <a:lstStyle/>
          <a:p>
            <a:fld id="{BB973515-480C-9C4A-8AAA-B3759DA3FA25}" type="datetime1">
              <a:rPr kumimoji="1" lang="ja-JP" altLang="en-US" smtClean="0"/>
              <a:t>2026/5/22</a:t>
            </a:fld>
            <a:endParaRPr kumimoji="1" lang="ja-JP" altLang="en-US"/>
          </a:p>
        </p:txBody>
      </p:sp>
      <p:sp>
        <p:nvSpPr>
          <p:cNvPr id="5" name="フッター プレースホルダー 4">
            <a:extLst>
              <a:ext uri="{FF2B5EF4-FFF2-40B4-BE49-F238E27FC236}">
                <a16:creationId xmlns:a16="http://schemas.microsoft.com/office/drawing/2014/main" id="{6E30F219-213A-E9E5-8033-80390A3B6B8D}"/>
              </a:ext>
            </a:extLst>
          </p:cNvPr>
          <p:cNvSpPr>
            <a:spLocks noGrp="1"/>
          </p:cNvSpPr>
          <p:nvPr>
            <p:ph type="ftr" sz="quarter" idx="11"/>
          </p:nvPr>
        </p:nvSpPr>
        <p:spPr/>
        <p:txBody>
          <a:bodyPr/>
          <a:lstStyle/>
          <a:p>
            <a:endParaRPr kumimoji="1" lang="ja-JP" altLang="en-US"/>
          </a:p>
        </p:txBody>
      </p:sp>
      <p:sp>
        <p:nvSpPr>
          <p:cNvPr id="7" name="正方形/長方形 6">
            <a:extLst>
              <a:ext uri="{FF2B5EF4-FFF2-40B4-BE49-F238E27FC236}">
                <a16:creationId xmlns:a16="http://schemas.microsoft.com/office/drawing/2014/main" id="{ADBC357F-A501-18A2-0F53-151FF2F531C4}"/>
              </a:ext>
            </a:extLst>
          </p:cNvPr>
          <p:cNvSpPr/>
          <p:nvPr userDrawn="1"/>
        </p:nvSpPr>
        <p:spPr>
          <a:xfrm>
            <a:off x="0" y="2280"/>
            <a:ext cx="321469"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D399AC86-9129-DBDE-2676-5048E9B2B2CA}"/>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50000"/>
                  </a:schemeClr>
                </a:solidFill>
                <a:latin typeface="游ゴシック" panose="020B0400000000000000" pitchFamily="50" charset="-128"/>
                <a:ea typeface="游ゴシック" panose="020B0400000000000000" pitchFamily="50" charset="-128"/>
              </a:rPr>
              <a:t>©︎2025 VeriServe Corp.  </a:t>
            </a:r>
            <a:endParaRPr kumimoji="1" lang="ja-JP" altLang="en-US" sz="800">
              <a:solidFill>
                <a:schemeClr val="bg1">
                  <a:lumMod val="50000"/>
                </a:schemeClr>
              </a:solidFill>
              <a:latin typeface="游ゴシック" panose="020B0400000000000000" pitchFamily="50" charset="-128"/>
              <a:ea typeface="游ゴシック" panose="020B0400000000000000" pitchFamily="50" charset="-128"/>
            </a:endParaRPr>
          </a:p>
        </p:txBody>
      </p:sp>
      <p:sp>
        <p:nvSpPr>
          <p:cNvPr id="19" name="テキスト ボックス 18">
            <a:extLst>
              <a:ext uri="{FF2B5EF4-FFF2-40B4-BE49-F238E27FC236}">
                <a16:creationId xmlns:a16="http://schemas.microsoft.com/office/drawing/2014/main" id="{31B54F22-E9E8-E325-3B37-BF651AC59379}"/>
              </a:ext>
            </a:extLst>
          </p:cNvPr>
          <p:cNvSpPr txBox="1"/>
          <p:nvPr userDrawn="1"/>
        </p:nvSpPr>
        <p:spPr>
          <a:xfrm rot="5400000">
            <a:off x="-456830" y="2070711"/>
            <a:ext cx="1213749" cy="215444"/>
          </a:xfrm>
          <a:prstGeom prst="rect">
            <a:avLst/>
          </a:prstGeom>
          <a:noFill/>
        </p:spPr>
        <p:txBody>
          <a:bodyPr vert="horz" wrap="square">
            <a:spAutoFit/>
          </a:bodyPr>
          <a:lstStyle/>
          <a:p>
            <a:pPr lvl="0"/>
            <a:r>
              <a:rPr kumimoji="1" lang="en-US" altLang="ja-JP" sz="800">
                <a:solidFill>
                  <a:schemeClr val="bg1">
                    <a:lumMod val="50000"/>
                  </a:schemeClr>
                </a:solidFill>
                <a:latin typeface="游ゴシック" panose="020B0400000000000000" pitchFamily="50" charset="-128"/>
                <a:ea typeface="游ゴシック" panose="020B0400000000000000" pitchFamily="50" charset="-128"/>
              </a:rPr>
              <a:t>CONFIDENTIAL</a:t>
            </a:r>
            <a:endParaRPr kumimoji="1" lang="ja-JP" altLang="en-US" sz="800">
              <a:solidFill>
                <a:schemeClr val="bg1">
                  <a:lumMod val="50000"/>
                </a:schemeClr>
              </a:solidFill>
              <a:latin typeface="游ゴシック" panose="020B0400000000000000" pitchFamily="50" charset="-128"/>
              <a:ea typeface="游ゴシック" panose="020B0400000000000000" pitchFamily="50" charset="-128"/>
            </a:endParaRPr>
          </a:p>
        </p:txBody>
      </p:sp>
      <p:pic>
        <p:nvPicPr>
          <p:cNvPr id="14" name="図 13" descr="テキスト  自動的に生成された説明">
            <a:extLst>
              <a:ext uri="{FF2B5EF4-FFF2-40B4-BE49-F238E27FC236}">
                <a16:creationId xmlns:a16="http://schemas.microsoft.com/office/drawing/2014/main" id="{6E5169F7-73AE-3EB7-DE86-7047B7FD7C73}"/>
              </a:ext>
            </a:extLst>
          </p:cNvPr>
          <p:cNvPicPr>
            <a:picLocks noChangeAspect="1"/>
          </p:cNvPicPr>
          <p:nvPr userDrawn="1"/>
        </p:nvPicPr>
        <p:blipFill>
          <a:blip r:embed="rId2"/>
          <a:stretch>
            <a:fillRect/>
          </a:stretch>
        </p:blipFill>
        <p:spPr>
          <a:xfrm>
            <a:off x="696000" y="809005"/>
            <a:ext cx="3926250" cy="1430900"/>
          </a:xfrm>
          <a:prstGeom prst="rect">
            <a:avLst/>
          </a:prstGeom>
        </p:spPr>
      </p:pic>
      <p:pic>
        <p:nvPicPr>
          <p:cNvPr id="17" name="図 16" descr="ロゴ  自動的に生成された説明">
            <a:extLst>
              <a:ext uri="{FF2B5EF4-FFF2-40B4-BE49-F238E27FC236}">
                <a16:creationId xmlns:a16="http://schemas.microsoft.com/office/drawing/2014/main" id="{3D74AB8F-F21F-F6E4-E93D-B41FC6FE814F}"/>
              </a:ext>
            </a:extLst>
          </p:cNvPr>
          <p:cNvPicPr>
            <a:picLocks noChangeAspect="1"/>
          </p:cNvPicPr>
          <p:nvPr userDrawn="1"/>
        </p:nvPicPr>
        <p:blipFill>
          <a:blip r:embed="rId3"/>
          <a:stretch>
            <a:fillRect/>
          </a:stretch>
        </p:blipFill>
        <p:spPr>
          <a:xfrm>
            <a:off x="8296295" y="4316455"/>
            <a:ext cx="2263705" cy="612000"/>
          </a:xfrm>
          <a:prstGeom prst="rect">
            <a:avLst/>
          </a:prstGeom>
        </p:spPr>
      </p:pic>
      <p:sp>
        <p:nvSpPr>
          <p:cNvPr id="21" name="テキスト ボックス 20">
            <a:extLst>
              <a:ext uri="{FF2B5EF4-FFF2-40B4-BE49-F238E27FC236}">
                <a16:creationId xmlns:a16="http://schemas.microsoft.com/office/drawing/2014/main" id="{4D87972D-CC78-34D1-5A6A-0396A6C44975}"/>
              </a:ext>
            </a:extLst>
          </p:cNvPr>
          <p:cNvSpPr txBox="1"/>
          <p:nvPr userDrawn="1"/>
        </p:nvSpPr>
        <p:spPr>
          <a:xfrm>
            <a:off x="8215705" y="5072455"/>
            <a:ext cx="3240000" cy="855491"/>
          </a:xfrm>
          <a:prstGeom prst="rect">
            <a:avLst/>
          </a:prstGeom>
          <a:noFill/>
        </p:spPr>
        <p:txBody>
          <a:bodyPr wrap="square" rtlCol="0">
            <a:spAutoFit/>
          </a:bodyPr>
          <a:lstStyle/>
          <a:p>
            <a:pPr marL="0" marR="0" lvl="0" indent="0" defTabSz="914400" eaLnBrk="1" fontAlgn="auto" latinLnBrk="0" hangingPunct="1">
              <a:lnSpc>
                <a:spcPts val="2000"/>
              </a:lnSpc>
              <a:spcBef>
                <a:spcPts val="0"/>
              </a:spcBef>
              <a:spcAft>
                <a:spcPts val="0"/>
              </a:spcAft>
              <a:buClrTx/>
              <a:buSzTx/>
              <a:buFontTx/>
              <a:buNone/>
              <a:tabLst/>
              <a:defRPr/>
            </a:pPr>
            <a:r>
              <a:rPr kumimoji="0" lang="ja-JP" altLang="en-US" sz="1500" b="0" i="0" u="none" strike="noStrike" kern="0" cap="none" spc="0" normalizeH="0" baseline="0" noProof="0">
                <a:ln>
                  <a:noFill/>
                </a:ln>
                <a:solidFill>
                  <a:srgbClr val="FFFFFF"/>
                </a:solidFill>
                <a:effectLst/>
                <a:uLnTx/>
                <a:uFillTx/>
              </a:rPr>
              <a:t>イノベーションを加速させる</a:t>
            </a:r>
            <a:endParaRPr kumimoji="0" lang="en-US" altLang="ja-JP" sz="1500" b="0" i="0" u="none" strike="noStrike" kern="0" cap="none" spc="0" normalizeH="0" baseline="0" noProof="0">
              <a:ln>
                <a:noFill/>
              </a:ln>
              <a:solidFill>
                <a:srgbClr val="FFFFFF"/>
              </a:solidFill>
              <a:effectLst/>
              <a:uLnTx/>
              <a:uFillTx/>
            </a:endParaRPr>
          </a:p>
          <a:p>
            <a:pPr marL="0" marR="0" lvl="0" indent="0" defTabSz="914400" eaLnBrk="1" fontAlgn="auto" latinLnBrk="0" hangingPunct="1">
              <a:lnSpc>
                <a:spcPts val="2000"/>
              </a:lnSpc>
              <a:spcBef>
                <a:spcPts val="0"/>
              </a:spcBef>
              <a:spcAft>
                <a:spcPts val="0"/>
              </a:spcAft>
              <a:buClrTx/>
              <a:buSzTx/>
              <a:buFontTx/>
              <a:buNone/>
              <a:tabLst/>
              <a:defRPr/>
            </a:pPr>
            <a:r>
              <a:rPr kumimoji="0" lang="ja-JP" altLang="en-US" sz="1500" b="0" i="0" u="none" strike="noStrike" kern="0" cap="none" spc="0" normalizeH="0" baseline="0" noProof="0">
                <a:ln>
                  <a:noFill/>
                </a:ln>
                <a:solidFill>
                  <a:srgbClr val="FFFFFF"/>
                </a:solidFill>
                <a:effectLst/>
                <a:uLnTx/>
                <a:uFillTx/>
              </a:rPr>
              <a:t>知恵と品質技術にアクセスする</a:t>
            </a:r>
            <a:endParaRPr kumimoji="0" lang="en-US" altLang="ja-JP" sz="1500" b="0" i="0" u="none" strike="noStrike" kern="0" cap="none" spc="0" normalizeH="0" baseline="0" noProof="0">
              <a:ln>
                <a:noFill/>
              </a:ln>
              <a:solidFill>
                <a:srgbClr val="FFFFFF"/>
              </a:solidFill>
              <a:effectLst/>
              <a:uLnTx/>
              <a:uFillTx/>
            </a:endParaRPr>
          </a:p>
          <a:p>
            <a:pPr marL="0" marR="0" lvl="0" indent="0" defTabSz="914400" eaLnBrk="1" fontAlgn="auto" latinLnBrk="0" hangingPunct="1">
              <a:lnSpc>
                <a:spcPts val="2000"/>
              </a:lnSpc>
              <a:spcBef>
                <a:spcPts val="0"/>
              </a:spcBef>
              <a:spcAft>
                <a:spcPts val="0"/>
              </a:spcAft>
              <a:buClrTx/>
              <a:buSzTx/>
              <a:buFontTx/>
              <a:buNone/>
              <a:tabLst/>
              <a:defRPr/>
            </a:pPr>
            <a:r>
              <a:rPr kumimoji="0" lang="ja-JP" altLang="en-US" sz="1500" b="0" i="0" u="none" strike="noStrike" kern="0" cap="none" spc="0" normalizeH="0" baseline="0" noProof="0">
                <a:ln>
                  <a:noFill/>
                </a:ln>
                <a:solidFill>
                  <a:srgbClr val="FFFFFF"/>
                </a:solidFill>
                <a:effectLst/>
                <a:uLnTx/>
                <a:uFillTx/>
              </a:rPr>
              <a:t>テクノロジーライフメディア</a:t>
            </a:r>
          </a:p>
        </p:txBody>
      </p:sp>
      <p:sp>
        <p:nvSpPr>
          <p:cNvPr id="22" name="テキスト ボックス 21">
            <a:extLst>
              <a:ext uri="{FF2B5EF4-FFF2-40B4-BE49-F238E27FC236}">
                <a16:creationId xmlns:a16="http://schemas.microsoft.com/office/drawing/2014/main" id="{B6B3A4E3-AD77-F052-FF92-BD3D36F69443}"/>
              </a:ext>
            </a:extLst>
          </p:cNvPr>
          <p:cNvSpPr txBox="1"/>
          <p:nvPr userDrawn="1"/>
        </p:nvSpPr>
        <p:spPr>
          <a:xfrm>
            <a:off x="8215706" y="6021000"/>
            <a:ext cx="3672000" cy="323165"/>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500" b="0" i="0" u="none" strike="noStrike" kern="0" cap="none" spc="0" normalizeH="0" baseline="0" noProof="0">
                <a:ln>
                  <a:noFill/>
                </a:ln>
                <a:solidFill>
                  <a:srgbClr val="FFFFFF"/>
                </a:solidFill>
                <a:effectLst/>
                <a:uLnTx/>
                <a:uFillTx/>
              </a:rPr>
              <a:t>www.veriserve.co.jp/helloqualityworld/</a:t>
            </a:r>
          </a:p>
        </p:txBody>
      </p:sp>
      <p:sp>
        <p:nvSpPr>
          <p:cNvPr id="23" name="タイトル 1">
            <a:extLst>
              <a:ext uri="{FF2B5EF4-FFF2-40B4-BE49-F238E27FC236}">
                <a16:creationId xmlns:a16="http://schemas.microsoft.com/office/drawing/2014/main" id="{15D343E7-2246-DFF1-7A5D-50A0E9C537BA}"/>
              </a:ext>
            </a:extLst>
          </p:cNvPr>
          <p:cNvSpPr>
            <a:spLocks noGrp="1"/>
          </p:cNvSpPr>
          <p:nvPr>
            <p:ph type="ctrTitle" hasCustomPrompt="1"/>
          </p:nvPr>
        </p:nvSpPr>
        <p:spPr>
          <a:xfrm>
            <a:off x="908998" y="2430144"/>
            <a:ext cx="7811918" cy="454956"/>
          </a:xfrm>
        </p:spPr>
        <p:txBody>
          <a:bodyPr anchor="b">
            <a:noAutofit/>
          </a:bodyPr>
          <a:lstStyle>
            <a:lvl1pPr algn="l">
              <a:lnSpc>
                <a:spcPct val="130000"/>
              </a:lnSpc>
              <a:defRPr sz="2200" b="1" i="0">
                <a:solidFill>
                  <a:schemeClr val="bg1"/>
                </a:solidFill>
                <a:latin typeface="+mn-ea"/>
                <a:ea typeface="+mn-ea"/>
              </a:defRPr>
            </a:lvl1pPr>
          </a:lstStyle>
          <a:p>
            <a:r>
              <a:rPr kumimoji="1" lang="en-US" altLang="ja-JP"/>
              <a:t>E.O.F.</a:t>
            </a:r>
            <a:r>
              <a:rPr kumimoji="1" lang="ja-JP" altLang="en-US"/>
              <a:t>のタイトル</a:t>
            </a:r>
            <a:endParaRPr kumimoji="1" lang="en-US" altLang="ja-JP"/>
          </a:p>
        </p:txBody>
      </p:sp>
      <p:sp>
        <p:nvSpPr>
          <p:cNvPr id="30" name="コンテンツ プレースホルダー 28">
            <a:extLst>
              <a:ext uri="{FF2B5EF4-FFF2-40B4-BE49-F238E27FC236}">
                <a16:creationId xmlns:a16="http://schemas.microsoft.com/office/drawing/2014/main" id="{0025FE1D-005A-6A92-F9E0-B6487C3271B5}"/>
              </a:ext>
            </a:extLst>
          </p:cNvPr>
          <p:cNvSpPr>
            <a:spLocks noGrp="1"/>
          </p:cNvSpPr>
          <p:nvPr>
            <p:ph sz="quarter" idx="12" hasCustomPrompt="1"/>
          </p:nvPr>
        </p:nvSpPr>
        <p:spPr>
          <a:xfrm>
            <a:off x="921144" y="3482325"/>
            <a:ext cx="7264400" cy="2322675"/>
          </a:xfrm>
        </p:spPr>
        <p:txBody>
          <a:bodyPr>
            <a:normAutofit/>
          </a:bodyPr>
          <a:lstStyle>
            <a:lvl1pPr marL="0" indent="0">
              <a:lnSpc>
                <a:spcPct val="80000"/>
              </a:lnSpc>
              <a:buNone/>
              <a:defRPr sz="1700">
                <a:solidFill>
                  <a:schemeClr val="bg1"/>
                </a:solidFill>
              </a:defRPr>
            </a:lvl1pPr>
          </a:lstStyle>
          <a:p>
            <a:pPr lvl="0"/>
            <a:r>
              <a:rPr kumimoji="1" lang="ja-JP" altLang="en-US"/>
              <a:t>株式会社ベリサーブ</a:t>
            </a:r>
          </a:p>
          <a:p>
            <a:pPr lvl="0"/>
            <a:r>
              <a:rPr kumimoji="1" lang="en-US" altLang="ja-JP"/>
              <a:t>XXXXXXXXX</a:t>
            </a:r>
            <a:r>
              <a:rPr kumimoji="1" lang="ja-JP" altLang="en-US"/>
              <a:t>事業部​​</a:t>
            </a:r>
          </a:p>
          <a:p>
            <a:pPr lvl="0"/>
            <a:r>
              <a:rPr kumimoji="1" lang="ja-JP" altLang="en-US"/>
              <a:t>山田 太郎​</a:t>
            </a:r>
          </a:p>
          <a:p>
            <a:pPr lvl="0"/>
            <a:r>
              <a:rPr kumimoji="1" lang="en-US" altLang="ja-JP"/>
              <a:t>TEL</a:t>
            </a:r>
            <a:r>
              <a:rPr kumimoji="1" lang="ja-JP" altLang="en-US"/>
              <a:t>：〇〇</a:t>
            </a:r>
            <a:r>
              <a:rPr kumimoji="1" lang="en-US" altLang="ja-JP"/>
              <a:t>-</a:t>
            </a:r>
            <a:r>
              <a:rPr kumimoji="1" lang="ja-JP" altLang="en-US"/>
              <a:t>〇〇〇〇</a:t>
            </a:r>
            <a:r>
              <a:rPr kumimoji="1" lang="en-US" altLang="ja-JP"/>
              <a:t>-</a:t>
            </a:r>
            <a:r>
              <a:rPr kumimoji="1" lang="ja-JP" altLang="en-US"/>
              <a:t>〇〇〇〇</a:t>
            </a:r>
          </a:p>
          <a:p>
            <a:pPr lvl="0"/>
            <a:r>
              <a:rPr kumimoji="1" lang="en-US" altLang="ja-JP"/>
              <a:t>MAIL</a:t>
            </a:r>
            <a:r>
              <a:rPr kumimoji="1" lang="ja-JP" altLang="en-US"/>
              <a:t>：​〇〇〇〇＠</a:t>
            </a:r>
            <a:r>
              <a:rPr kumimoji="1" lang="en-US" altLang="ja-JP"/>
              <a:t>veriserve.co.jp</a:t>
            </a:r>
          </a:p>
          <a:p>
            <a:pPr lvl="0"/>
            <a:r>
              <a:rPr kumimoji="1" lang="ja-JP" altLang="en-US"/>
              <a:t>住所：東京都千代田区神田三崎町 </a:t>
            </a:r>
            <a:r>
              <a:rPr kumimoji="1" lang="en-US" altLang="ja-JP"/>
              <a:t>3-1-16 ​</a:t>
            </a:r>
          </a:p>
          <a:p>
            <a:pPr lvl="0"/>
            <a:r>
              <a:rPr kumimoji="1" lang="ja-JP" altLang="en-US"/>
              <a:t>神保町北東急ビル</a:t>
            </a:r>
            <a:r>
              <a:rPr kumimoji="1" lang="en-US" altLang="ja-JP"/>
              <a:t>9</a:t>
            </a:r>
            <a:r>
              <a:rPr kumimoji="1" lang="ja-JP" altLang="en-US"/>
              <a:t>階</a:t>
            </a:r>
          </a:p>
        </p:txBody>
      </p:sp>
      <p:grpSp>
        <p:nvGrpSpPr>
          <p:cNvPr id="31" name="グループ化 30">
            <a:extLst>
              <a:ext uri="{FF2B5EF4-FFF2-40B4-BE49-F238E27FC236}">
                <a16:creationId xmlns:a16="http://schemas.microsoft.com/office/drawing/2014/main" id="{564B315D-A2B4-0FE3-EC4F-229942099349}"/>
              </a:ext>
            </a:extLst>
          </p:cNvPr>
          <p:cNvGrpSpPr/>
          <p:nvPr userDrawn="1"/>
        </p:nvGrpSpPr>
        <p:grpSpPr>
          <a:xfrm>
            <a:off x="921144" y="5879161"/>
            <a:ext cx="676155" cy="285839"/>
            <a:chOff x="6089689" y="5670860"/>
            <a:chExt cx="676155" cy="285839"/>
          </a:xfrm>
        </p:grpSpPr>
        <p:sp>
          <p:nvSpPr>
            <p:cNvPr id="32" name="タイトル 3">
              <a:extLst>
                <a:ext uri="{FF2B5EF4-FFF2-40B4-BE49-F238E27FC236}">
                  <a16:creationId xmlns:a16="http://schemas.microsoft.com/office/drawing/2014/main" id="{CC2153B0-F70C-3F29-FF87-C77F74CCDEF3}"/>
                </a:ext>
              </a:extLst>
            </p:cNvPr>
            <p:cNvSpPr txBox="1">
              <a:spLocks/>
            </p:cNvSpPr>
            <p:nvPr/>
          </p:nvSpPr>
          <p:spPr>
            <a:xfrm>
              <a:off x="6089689" y="5670860"/>
              <a:ext cx="676155" cy="285839"/>
            </a:xfrm>
            <a:prstGeom prst="rect">
              <a:avLst/>
            </a:prstGeom>
          </p:spPr>
          <p:txBody>
            <a:bodyPr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US" altLang="ja-JP" sz="900">
                  <a:solidFill>
                    <a:schemeClr val="bg1">
                      <a:lumMod val="95000"/>
                    </a:schemeClr>
                  </a:solidFill>
                </a:rPr>
                <a:t>25-002</a:t>
              </a:r>
              <a:endParaRPr lang="ja-JP" altLang="en-US" sz="900">
                <a:solidFill>
                  <a:schemeClr val="bg1">
                    <a:lumMod val="95000"/>
                  </a:schemeClr>
                </a:solidFill>
              </a:endParaRPr>
            </a:p>
          </p:txBody>
        </p:sp>
        <p:sp>
          <p:nvSpPr>
            <p:cNvPr id="33" name="正方形/長方形 32">
              <a:extLst>
                <a:ext uri="{FF2B5EF4-FFF2-40B4-BE49-F238E27FC236}">
                  <a16:creationId xmlns:a16="http://schemas.microsoft.com/office/drawing/2014/main" id="{AD6FB189-5B8D-3873-A27E-FF89FDEA8164}"/>
                </a:ext>
              </a:extLst>
            </p:cNvPr>
            <p:cNvSpPr/>
            <p:nvPr/>
          </p:nvSpPr>
          <p:spPr>
            <a:xfrm>
              <a:off x="6168000" y="5706566"/>
              <a:ext cx="509119" cy="184074"/>
            </a:xfrm>
            <a:prstGeom prst="rect">
              <a:avLst/>
            </a:prstGeom>
            <a:noFill/>
            <a:ln w="31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lumMod val="95000"/>
                  </a:schemeClr>
                </a:solidFill>
              </a:endParaRPr>
            </a:p>
          </p:txBody>
        </p:sp>
      </p:grpSp>
      <p:sp>
        <p:nvSpPr>
          <p:cNvPr id="6" name="テキスト ボックス 5">
            <a:extLst>
              <a:ext uri="{FF2B5EF4-FFF2-40B4-BE49-F238E27FC236}">
                <a16:creationId xmlns:a16="http://schemas.microsoft.com/office/drawing/2014/main" id="{98C14B6A-DAA5-1CC8-2550-40ABEF9D5070}"/>
              </a:ext>
            </a:extLst>
          </p:cNvPr>
          <p:cNvSpPr txBox="1"/>
          <p:nvPr userDrawn="1"/>
        </p:nvSpPr>
        <p:spPr>
          <a:xfrm>
            <a:off x="8851" y="2869064"/>
            <a:ext cx="307777" cy="3284848"/>
          </a:xfrm>
          <a:prstGeom prst="rect">
            <a:avLst/>
          </a:prstGeom>
          <a:noFill/>
        </p:spPr>
        <p:txBody>
          <a:bodyPr vert="eaVert" wrap="square">
            <a:spAutoFit/>
          </a:bodyPr>
          <a:lstStyle/>
          <a:p>
            <a:pPr lvl="0"/>
            <a:r>
              <a:rPr kumimoji="1" lang="ja-JP" altLang="en-US" sz="800">
                <a:solidFill>
                  <a:schemeClr val="bg1">
                    <a:lumMod val="50000"/>
                  </a:schemeClr>
                </a:solidFill>
                <a:latin typeface="+mn-ea"/>
                <a:ea typeface="+mn-ea"/>
              </a:rPr>
              <a:t>会社名・商品名・サ−ビス名は各社の登録商標 </a:t>
            </a:r>
            <a:r>
              <a:rPr kumimoji="1" lang="ja-JP" altLang="en-US" sz="800" b="0">
                <a:solidFill>
                  <a:schemeClr val="bg1">
                    <a:lumMod val="50000"/>
                  </a:schemeClr>
                </a:solidFill>
                <a:latin typeface="HGP明朝B" panose="02020800000000000000" pitchFamily="18" charset="-128"/>
                <a:ea typeface="HGP明朝B" panose="02020800000000000000" pitchFamily="18" charset="-128"/>
              </a:rPr>
              <a:t>、</a:t>
            </a:r>
            <a:r>
              <a:rPr kumimoji="1" lang="ja-JP" altLang="en-US" sz="800">
                <a:solidFill>
                  <a:schemeClr val="bg1">
                    <a:lumMod val="50000"/>
                  </a:schemeClr>
                </a:solidFill>
                <a:latin typeface="+mn-ea"/>
                <a:ea typeface="+mn-ea"/>
              </a:rPr>
              <a:t>または商標です</a:t>
            </a:r>
          </a:p>
        </p:txBody>
      </p:sp>
    </p:spTree>
    <p:extLst>
      <p:ext uri="{BB962C8B-B14F-4D97-AF65-F5344CB8AC3E}">
        <p14:creationId xmlns:p14="http://schemas.microsoft.com/office/powerpoint/2010/main" val="8787306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白_EOF">
    <p:bg>
      <p:bgRef idx="1001">
        <a:schemeClr val="bg1"/>
      </p:bgRef>
    </p:bg>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227B8E63-9637-2707-94AB-42F626B09A49}"/>
              </a:ext>
            </a:extLst>
          </p:cNvPr>
          <p:cNvSpPr>
            <a:spLocks noGrp="1"/>
          </p:cNvSpPr>
          <p:nvPr>
            <p:ph type="dt" sz="half" idx="10"/>
          </p:nvPr>
        </p:nvSpPr>
        <p:spPr/>
        <p:txBody>
          <a:bodyPr/>
          <a:lstStyle/>
          <a:p>
            <a:fld id="{BB973515-480C-9C4A-8AAA-B3759DA3FA25}" type="datetime1">
              <a:rPr kumimoji="1" lang="ja-JP" altLang="en-US" smtClean="0"/>
              <a:t>2026/5/22</a:t>
            </a:fld>
            <a:endParaRPr kumimoji="1" lang="ja-JP" altLang="en-US"/>
          </a:p>
        </p:txBody>
      </p:sp>
      <p:sp>
        <p:nvSpPr>
          <p:cNvPr id="5" name="フッター プレースホルダー 4">
            <a:extLst>
              <a:ext uri="{FF2B5EF4-FFF2-40B4-BE49-F238E27FC236}">
                <a16:creationId xmlns:a16="http://schemas.microsoft.com/office/drawing/2014/main" id="{6E30F219-213A-E9E5-8033-80390A3B6B8D}"/>
              </a:ext>
            </a:extLst>
          </p:cNvPr>
          <p:cNvSpPr>
            <a:spLocks noGrp="1"/>
          </p:cNvSpPr>
          <p:nvPr>
            <p:ph type="ftr" sz="quarter" idx="11"/>
          </p:nvPr>
        </p:nvSpPr>
        <p:spPr/>
        <p:txBody>
          <a:bodyPr/>
          <a:lstStyle/>
          <a:p>
            <a:endParaRPr kumimoji="1" lang="ja-JP" altLang="en-US"/>
          </a:p>
        </p:txBody>
      </p:sp>
      <p:sp>
        <p:nvSpPr>
          <p:cNvPr id="9" name="正方形/長方形 8">
            <a:extLst>
              <a:ext uri="{FF2B5EF4-FFF2-40B4-BE49-F238E27FC236}">
                <a16:creationId xmlns:a16="http://schemas.microsoft.com/office/drawing/2014/main" id="{A5567104-1A51-803C-F89E-A360EDC68022}"/>
              </a:ext>
            </a:extLst>
          </p:cNvPr>
          <p:cNvSpPr/>
          <p:nvPr userDrawn="1"/>
        </p:nvSpPr>
        <p:spPr>
          <a:xfrm>
            <a:off x="0" y="0"/>
            <a:ext cx="321469" cy="6858000"/>
          </a:xfrm>
          <a:prstGeom prst="rect">
            <a:avLst/>
          </a:prstGeom>
          <a:solidFill>
            <a:srgbClr val="0040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F7346CF0-27CA-0AC7-76CD-73E48DDB2695}"/>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75000"/>
                  </a:schemeClr>
                </a:solidFill>
                <a:latin typeface="+mn-lt"/>
                <a:ea typeface="游ゴシック" panose="020B0400000000000000" pitchFamily="50" charset="-128"/>
              </a:rPr>
              <a:t>©︎2025 VeriServe Corp.  </a:t>
            </a:r>
            <a:endParaRPr kumimoji="1" lang="ja-JP" altLang="en-US" sz="800">
              <a:solidFill>
                <a:schemeClr val="bg1">
                  <a:lumMod val="75000"/>
                </a:schemeClr>
              </a:solidFill>
              <a:latin typeface="+mn-lt"/>
              <a:ea typeface="游ゴシック" panose="020B0400000000000000" pitchFamily="50" charset="-128"/>
            </a:endParaRPr>
          </a:p>
        </p:txBody>
      </p:sp>
      <p:sp>
        <p:nvSpPr>
          <p:cNvPr id="12" name="テキスト ボックス 11">
            <a:extLst>
              <a:ext uri="{FF2B5EF4-FFF2-40B4-BE49-F238E27FC236}">
                <a16:creationId xmlns:a16="http://schemas.microsoft.com/office/drawing/2014/main" id="{9DA039F6-B117-052D-E423-103AD42C916C}"/>
              </a:ext>
            </a:extLst>
          </p:cNvPr>
          <p:cNvSpPr txBox="1"/>
          <p:nvPr userDrawn="1"/>
        </p:nvSpPr>
        <p:spPr>
          <a:xfrm rot="5400000">
            <a:off x="-456830" y="2070711"/>
            <a:ext cx="1213749" cy="215444"/>
          </a:xfrm>
          <a:prstGeom prst="rect">
            <a:avLst/>
          </a:prstGeom>
          <a:noFill/>
        </p:spPr>
        <p:txBody>
          <a:bodyPr vert="horz" wrap="square">
            <a:spAutoFit/>
          </a:bodyPr>
          <a:lstStyle/>
          <a:p>
            <a:pPr lvl="0"/>
            <a:r>
              <a:rPr kumimoji="1" lang="en-US" altLang="ja-JP" sz="800">
                <a:solidFill>
                  <a:schemeClr val="bg1">
                    <a:lumMod val="75000"/>
                  </a:schemeClr>
                </a:solidFill>
                <a:latin typeface="+mn-lt"/>
                <a:ea typeface="游ゴシック" panose="020B0400000000000000" pitchFamily="50" charset="-128"/>
              </a:rPr>
              <a:t>CONFIDENTIAL</a:t>
            </a:r>
            <a:endParaRPr kumimoji="1" lang="ja-JP" altLang="en-US" sz="800">
              <a:solidFill>
                <a:schemeClr val="bg1">
                  <a:lumMod val="75000"/>
                </a:schemeClr>
              </a:solidFill>
              <a:latin typeface="+mn-lt"/>
              <a:ea typeface="游ゴシック" panose="020B0400000000000000" pitchFamily="50" charset="-128"/>
            </a:endParaRPr>
          </a:p>
        </p:txBody>
      </p:sp>
      <p:pic>
        <p:nvPicPr>
          <p:cNvPr id="3" name="図 2">
            <a:extLst>
              <a:ext uri="{FF2B5EF4-FFF2-40B4-BE49-F238E27FC236}">
                <a16:creationId xmlns:a16="http://schemas.microsoft.com/office/drawing/2014/main" id="{FCB9D927-9495-8131-6582-E295B056C0ED}"/>
              </a:ext>
            </a:extLst>
          </p:cNvPr>
          <p:cNvPicPr>
            <a:picLocks noChangeAspect="1"/>
          </p:cNvPicPr>
          <p:nvPr userDrawn="1"/>
        </p:nvPicPr>
        <p:blipFill>
          <a:blip r:embed="rId2"/>
          <a:srcRect/>
          <a:stretch/>
        </p:blipFill>
        <p:spPr>
          <a:xfrm>
            <a:off x="696000" y="809005"/>
            <a:ext cx="3926250" cy="1430900"/>
          </a:xfrm>
          <a:prstGeom prst="rect">
            <a:avLst/>
          </a:prstGeom>
        </p:spPr>
      </p:pic>
      <p:pic>
        <p:nvPicPr>
          <p:cNvPr id="10" name="図 9">
            <a:extLst>
              <a:ext uri="{FF2B5EF4-FFF2-40B4-BE49-F238E27FC236}">
                <a16:creationId xmlns:a16="http://schemas.microsoft.com/office/drawing/2014/main" id="{4361AD93-0AE9-7DBC-2DA1-A54BCC3F972B}"/>
              </a:ext>
            </a:extLst>
          </p:cNvPr>
          <p:cNvPicPr>
            <a:picLocks noChangeAspect="1"/>
          </p:cNvPicPr>
          <p:nvPr userDrawn="1"/>
        </p:nvPicPr>
        <p:blipFill>
          <a:blip r:embed="rId3"/>
          <a:srcRect/>
          <a:stretch/>
        </p:blipFill>
        <p:spPr>
          <a:xfrm>
            <a:off x="8296295" y="4316455"/>
            <a:ext cx="2263704" cy="612000"/>
          </a:xfrm>
          <a:prstGeom prst="rect">
            <a:avLst/>
          </a:prstGeom>
        </p:spPr>
      </p:pic>
      <p:sp>
        <p:nvSpPr>
          <p:cNvPr id="15" name="テキスト ボックス 14">
            <a:extLst>
              <a:ext uri="{FF2B5EF4-FFF2-40B4-BE49-F238E27FC236}">
                <a16:creationId xmlns:a16="http://schemas.microsoft.com/office/drawing/2014/main" id="{37D48A0C-1D04-54D8-18B3-8E87CB6BCBD8}"/>
              </a:ext>
            </a:extLst>
          </p:cNvPr>
          <p:cNvSpPr txBox="1"/>
          <p:nvPr userDrawn="1"/>
        </p:nvSpPr>
        <p:spPr>
          <a:xfrm>
            <a:off x="8215705" y="5072455"/>
            <a:ext cx="3240000" cy="855491"/>
          </a:xfrm>
          <a:prstGeom prst="rect">
            <a:avLst/>
          </a:prstGeom>
          <a:noFill/>
        </p:spPr>
        <p:txBody>
          <a:bodyPr wrap="square" rtlCol="0">
            <a:spAutoFit/>
          </a:bodyPr>
          <a:lstStyle/>
          <a:p>
            <a:pPr>
              <a:lnSpc>
                <a:spcPts val="2000"/>
              </a:lnSpc>
            </a:pPr>
            <a:r>
              <a:rPr lang="ja-JP" altLang="en-US" sz="1500"/>
              <a:t>イノベーションを加速させる</a:t>
            </a:r>
            <a:endParaRPr lang="en-US" altLang="ja-JP" sz="1500"/>
          </a:p>
          <a:p>
            <a:pPr>
              <a:lnSpc>
                <a:spcPts val="2000"/>
              </a:lnSpc>
            </a:pPr>
            <a:r>
              <a:rPr lang="ja-JP" altLang="en-US" sz="1500"/>
              <a:t>知恵と品質技術にアクセスする</a:t>
            </a:r>
            <a:endParaRPr lang="en-US" altLang="ja-JP" sz="1500"/>
          </a:p>
          <a:p>
            <a:pPr>
              <a:lnSpc>
                <a:spcPts val="2000"/>
              </a:lnSpc>
            </a:pPr>
            <a:r>
              <a:rPr lang="ja-JP" altLang="en-US" sz="1500"/>
              <a:t>テクノロジーライフメディア</a:t>
            </a:r>
            <a:endParaRPr kumimoji="1" lang="ja-JP" altLang="en-US" sz="1500"/>
          </a:p>
        </p:txBody>
      </p:sp>
      <p:sp>
        <p:nvSpPr>
          <p:cNvPr id="16" name="テキスト ボックス 15">
            <a:extLst>
              <a:ext uri="{FF2B5EF4-FFF2-40B4-BE49-F238E27FC236}">
                <a16:creationId xmlns:a16="http://schemas.microsoft.com/office/drawing/2014/main" id="{BD6270E7-8A81-F202-482D-14304103C023}"/>
              </a:ext>
            </a:extLst>
          </p:cNvPr>
          <p:cNvSpPr txBox="1"/>
          <p:nvPr userDrawn="1"/>
        </p:nvSpPr>
        <p:spPr>
          <a:xfrm>
            <a:off x="8215706" y="6021000"/>
            <a:ext cx="3672000" cy="323165"/>
          </a:xfrm>
          <a:prstGeom prst="rect">
            <a:avLst/>
          </a:prstGeom>
          <a:noFill/>
        </p:spPr>
        <p:txBody>
          <a:bodyPr wrap="square">
            <a:spAutoFit/>
          </a:bodyPr>
          <a:lstStyle/>
          <a:p>
            <a:r>
              <a:rPr lang="ja-JP" altLang="en-US" sz="1500"/>
              <a:t>www.veriserve.co.jp/helloqualityworld/</a:t>
            </a:r>
          </a:p>
        </p:txBody>
      </p:sp>
      <p:sp>
        <p:nvSpPr>
          <p:cNvPr id="20" name="コンテンツ プレースホルダー 18">
            <a:extLst>
              <a:ext uri="{FF2B5EF4-FFF2-40B4-BE49-F238E27FC236}">
                <a16:creationId xmlns:a16="http://schemas.microsoft.com/office/drawing/2014/main" id="{1E20E626-BA86-D1A0-9003-2E742DF8FE33}"/>
              </a:ext>
            </a:extLst>
          </p:cNvPr>
          <p:cNvSpPr>
            <a:spLocks noGrp="1"/>
          </p:cNvSpPr>
          <p:nvPr>
            <p:ph sz="quarter" idx="12" hasCustomPrompt="1"/>
          </p:nvPr>
        </p:nvSpPr>
        <p:spPr>
          <a:xfrm>
            <a:off x="921144" y="3482198"/>
            <a:ext cx="5614987" cy="2375362"/>
          </a:xfrm>
        </p:spPr>
        <p:txBody>
          <a:bodyPr>
            <a:noAutofit/>
          </a:bodyPr>
          <a:lstStyle>
            <a:lvl1pPr marL="0" indent="0">
              <a:lnSpc>
                <a:spcPct val="80000"/>
              </a:lnSpc>
              <a:buNone/>
              <a:defRPr sz="1700"/>
            </a:lvl1pPr>
          </a:lstStyle>
          <a:p>
            <a:pPr lvl="0"/>
            <a:r>
              <a:rPr kumimoji="1" lang="ja-JP" altLang="en-US"/>
              <a:t>株式会社ベリサーブ</a:t>
            </a:r>
          </a:p>
          <a:p>
            <a:pPr lvl="0"/>
            <a:r>
              <a:rPr kumimoji="1" lang="en-US" altLang="ja-JP"/>
              <a:t>XXXXXXXXX</a:t>
            </a:r>
            <a:r>
              <a:rPr kumimoji="1" lang="ja-JP" altLang="en-US"/>
              <a:t>事業部​​</a:t>
            </a:r>
          </a:p>
          <a:p>
            <a:pPr lvl="0"/>
            <a:r>
              <a:rPr kumimoji="1" lang="ja-JP" altLang="en-US"/>
              <a:t>山田 太郎​</a:t>
            </a:r>
          </a:p>
          <a:p>
            <a:pPr lvl="0"/>
            <a:r>
              <a:rPr kumimoji="1" lang="en-US" altLang="ja-JP"/>
              <a:t>TEL</a:t>
            </a:r>
            <a:r>
              <a:rPr kumimoji="1" lang="ja-JP" altLang="en-US"/>
              <a:t>：〇〇</a:t>
            </a:r>
            <a:r>
              <a:rPr kumimoji="1" lang="en-US" altLang="ja-JP"/>
              <a:t>-</a:t>
            </a:r>
            <a:r>
              <a:rPr kumimoji="1" lang="ja-JP" altLang="en-US"/>
              <a:t>〇〇〇〇</a:t>
            </a:r>
            <a:r>
              <a:rPr kumimoji="1" lang="en-US" altLang="ja-JP"/>
              <a:t>-</a:t>
            </a:r>
            <a:r>
              <a:rPr kumimoji="1" lang="ja-JP" altLang="en-US"/>
              <a:t>〇〇〇〇</a:t>
            </a:r>
          </a:p>
          <a:p>
            <a:pPr lvl="0"/>
            <a:r>
              <a:rPr kumimoji="1" lang="en-US" altLang="ja-JP"/>
              <a:t>MAIL</a:t>
            </a:r>
            <a:r>
              <a:rPr kumimoji="1" lang="ja-JP" altLang="en-US"/>
              <a:t>：​〇〇〇〇＠</a:t>
            </a:r>
            <a:r>
              <a:rPr kumimoji="1" lang="en-US" altLang="ja-JP"/>
              <a:t>veriserve.co.jp</a:t>
            </a:r>
          </a:p>
          <a:p>
            <a:pPr lvl="0"/>
            <a:r>
              <a:rPr kumimoji="1" lang="ja-JP" altLang="en-US"/>
              <a:t>住所：東京都千代田区神田三崎町 </a:t>
            </a:r>
            <a:r>
              <a:rPr kumimoji="1" lang="en-US" altLang="ja-JP"/>
              <a:t>3-1-16 ​</a:t>
            </a:r>
          </a:p>
          <a:p>
            <a:pPr lvl="0"/>
            <a:r>
              <a:rPr kumimoji="1" lang="ja-JP" altLang="en-US"/>
              <a:t>神保町北東急ビル</a:t>
            </a:r>
            <a:r>
              <a:rPr kumimoji="1" lang="en-US" altLang="ja-JP"/>
              <a:t>9</a:t>
            </a:r>
            <a:r>
              <a:rPr kumimoji="1" lang="ja-JP" altLang="en-US"/>
              <a:t>階</a:t>
            </a:r>
          </a:p>
        </p:txBody>
      </p:sp>
      <p:grpSp>
        <p:nvGrpSpPr>
          <p:cNvPr id="21" name="グループ化 20">
            <a:extLst>
              <a:ext uri="{FF2B5EF4-FFF2-40B4-BE49-F238E27FC236}">
                <a16:creationId xmlns:a16="http://schemas.microsoft.com/office/drawing/2014/main" id="{DBF7803F-6D56-CA14-8853-CD872CC87AF8}"/>
              </a:ext>
            </a:extLst>
          </p:cNvPr>
          <p:cNvGrpSpPr/>
          <p:nvPr userDrawn="1"/>
        </p:nvGrpSpPr>
        <p:grpSpPr>
          <a:xfrm>
            <a:off x="921144" y="5879161"/>
            <a:ext cx="676155" cy="285839"/>
            <a:chOff x="6089689" y="5670860"/>
            <a:chExt cx="676155" cy="285839"/>
          </a:xfrm>
        </p:grpSpPr>
        <p:sp>
          <p:nvSpPr>
            <p:cNvPr id="22" name="タイトル 3">
              <a:extLst>
                <a:ext uri="{FF2B5EF4-FFF2-40B4-BE49-F238E27FC236}">
                  <a16:creationId xmlns:a16="http://schemas.microsoft.com/office/drawing/2014/main" id="{C47E8C82-9AD4-4BF1-AE75-222A9D637AFE}"/>
                </a:ext>
              </a:extLst>
            </p:cNvPr>
            <p:cNvSpPr txBox="1">
              <a:spLocks/>
            </p:cNvSpPr>
            <p:nvPr/>
          </p:nvSpPr>
          <p:spPr>
            <a:xfrm>
              <a:off x="6089689" y="5670860"/>
              <a:ext cx="676155" cy="285839"/>
            </a:xfrm>
            <a:prstGeom prst="rect">
              <a:avLst/>
            </a:prstGeom>
          </p:spPr>
          <p:txBody>
            <a:bodyPr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US" altLang="ja-JP" sz="900">
                  <a:solidFill>
                    <a:schemeClr val="tx1"/>
                  </a:solidFill>
                </a:rPr>
                <a:t>25-002</a:t>
              </a:r>
              <a:endParaRPr lang="ja-JP" altLang="en-US" sz="900">
                <a:solidFill>
                  <a:schemeClr val="tx1"/>
                </a:solidFill>
              </a:endParaRPr>
            </a:p>
          </p:txBody>
        </p:sp>
        <p:sp>
          <p:nvSpPr>
            <p:cNvPr id="23" name="正方形/長方形 22">
              <a:extLst>
                <a:ext uri="{FF2B5EF4-FFF2-40B4-BE49-F238E27FC236}">
                  <a16:creationId xmlns:a16="http://schemas.microsoft.com/office/drawing/2014/main" id="{04B172F6-16C6-3EB0-CEC8-9779563A468A}"/>
                </a:ext>
              </a:extLst>
            </p:cNvPr>
            <p:cNvSpPr/>
            <p:nvPr/>
          </p:nvSpPr>
          <p:spPr>
            <a:xfrm>
              <a:off x="6168000" y="5706566"/>
              <a:ext cx="509119" cy="184074"/>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sp>
        <p:nvSpPr>
          <p:cNvPr id="2" name="タイトル 1">
            <a:extLst>
              <a:ext uri="{FF2B5EF4-FFF2-40B4-BE49-F238E27FC236}">
                <a16:creationId xmlns:a16="http://schemas.microsoft.com/office/drawing/2014/main" id="{B1E0986D-314F-74E5-FAF0-E9045338DFCD}"/>
              </a:ext>
            </a:extLst>
          </p:cNvPr>
          <p:cNvSpPr>
            <a:spLocks noGrp="1"/>
          </p:cNvSpPr>
          <p:nvPr>
            <p:ph type="ctrTitle" hasCustomPrompt="1"/>
          </p:nvPr>
        </p:nvSpPr>
        <p:spPr>
          <a:xfrm>
            <a:off x="908998" y="2430144"/>
            <a:ext cx="7811918" cy="454956"/>
          </a:xfrm>
        </p:spPr>
        <p:txBody>
          <a:bodyPr anchor="b">
            <a:noAutofit/>
          </a:bodyPr>
          <a:lstStyle>
            <a:lvl1pPr algn="l">
              <a:lnSpc>
                <a:spcPct val="130000"/>
              </a:lnSpc>
              <a:defRPr sz="2200" b="1" i="0">
                <a:solidFill>
                  <a:schemeClr val="tx2"/>
                </a:solidFill>
                <a:latin typeface="+mn-ea"/>
                <a:ea typeface="+mn-ea"/>
              </a:defRPr>
            </a:lvl1pPr>
          </a:lstStyle>
          <a:p>
            <a:r>
              <a:rPr kumimoji="1" lang="en-US" altLang="ja-JP"/>
              <a:t>E.O.F.</a:t>
            </a:r>
            <a:r>
              <a:rPr kumimoji="1" lang="ja-JP" altLang="en-US"/>
              <a:t>のタイトル</a:t>
            </a:r>
            <a:endParaRPr kumimoji="1" lang="en-US" altLang="ja-JP"/>
          </a:p>
        </p:txBody>
      </p:sp>
      <p:sp>
        <p:nvSpPr>
          <p:cNvPr id="6" name="テキスト ボックス 5">
            <a:extLst>
              <a:ext uri="{FF2B5EF4-FFF2-40B4-BE49-F238E27FC236}">
                <a16:creationId xmlns:a16="http://schemas.microsoft.com/office/drawing/2014/main" id="{E825AE36-734B-9AD6-025D-7D6528EAFFDB}"/>
              </a:ext>
            </a:extLst>
          </p:cNvPr>
          <p:cNvSpPr txBox="1"/>
          <p:nvPr userDrawn="1"/>
        </p:nvSpPr>
        <p:spPr>
          <a:xfrm>
            <a:off x="8851" y="2869064"/>
            <a:ext cx="307777" cy="3101968"/>
          </a:xfrm>
          <a:prstGeom prst="rect">
            <a:avLst/>
          </a:prstGeom>
          <a:noFill/>
        </p:spPr>
        <p:txBody>
          <a:bodyPr vert="eaVert" wrap="square">
            <a:spAutoFit/>
          </a:bodyPr>
          <a:lstStyle/>
          <a:p>
            <a:pPr lvl="0"/>
            <a:r>
              <a:rPr kumimoji="1" lang="ja-JP" altLang="en-US" sz="800">
                <a:solidFill>
                  <a:schemeClr val="bg1">
                    <a:lumMod val="75000"/>
                  </a:schemeClr>
                </a:solidFill>
                <a:latin typeface="+mn-ea"/>
                <a:ea typeface="+mn-ea"/>
              </a:rPr>
              <a:t>会社名・商品名・サ−ビス名は各社の登録商標 </a:t>
            </a:r>
            <a:r>
              <a:rPr kumimoji="1" lang="ja-JP" altLang="en-US" sz="800">
                <a:solidFill>
                  <a:schemeClr val="bg1">
                    <a:lumMod val="75000"/>
                  </a:schemeClr>
                </a:solidFill>
                <a:latin typeface="HGP明朝B" panose="02020800000000000000" pitchFamily="18" charset="-128"/>
                <a:ea typeface="HGP明朝B" panose="02020800000000000000" pitchFamily="18" charset="-128"/>
              </a:rPr>
              <a:t>、</a:t>
            </a:r>
            <a:r>
              <a:rPr kumimoji="1" lang="ja-JP" altLang="en-US" sz="800">
                <a:solidFill>
                  <a:schemeClr val="bg1">
                    <a:lumMod val="75000"/>
                  </a:schemeClr>
                </a:solidFill>
                <a:latin typeface="+mn-ea"/>
                <a:ea typeface="+mn-ea"/>
              </a:rPr>
              <a:t>または商標です</a:t>
            </a:r>
          </a:p>
        </p:txBody>
      </p:sp>
    </p:spTree>
    <p:extLst>
      <p:ext uri="{BB962C8B-B14F-4D97-AF65-F5344CB8AC3E}">
        <p14:creationId xmlns:p14="http://schemas.microsoft.com/office/powerpoint/2010/main" val="2280898535"/>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青_空スライド">
    <p:bg>
      <p:bgRef idx="1001">
        <a:schemeClr val="bg2"/>
      </p:bgRef>
    </p:bg>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735BA417-A11B-DE8E-B280-F7C149DEF1C2}"/>
              </a:ext>
            </a:extLst>
          </p:cNvPr>
          <p:cNvSpPr txBox="1"/>
          <p:nvPr userDrawn="1"/>
        </p:nvSpPr>
        <p:spPr>
          <a:xfrm rot="5400000">
            <a:off x="-456830" y="2070711"/>
            <a:ext cx="1213749" cy="215444"/>
          </a:xfrm>
          <a:prstGeom prst="rect">
            <a:avLst/>
          </a:prstGeom>
          <a:noFill/>
        </p:spPr>
        <p:txBody>
          <a:bodyPr vert="horz" wrap="square">
            <a:spAutoFit/>
          </a:bodyPr>
          <a:lstStyle/>
          <a:p>
            <a:pPr lvl="0"/>
            <a:r>
              <a:rPr kumimoji="1" lang="en-US" altLang="ja-JP" sz="800">
                <a:solidFill>
                  <a:schemeClr val="tx1">
                    <a:lumMod val="75000"/>
                  </a:schemeClr>
                </a:solidFill>
                <a:latin typeface="+mn-lt"/>
                <a:ea typeface="游ゴシック" panose="020B0400000000000000" pitchFamily="50" charset="-128"/>
              </a:rPr>
              <a:t>CONFIDENTIAL</a:t>
            </a:r>
            <a:endParaRPr kumimoji="1" lang="ja-JP" altLang="en-US" sz="800">
              <a:solidFill>
                <a:schemeClr val="tx1">
                  <a:lumMod val="75000"/>
                </a:schemeClr>
              </a:solidFill>
              <a:latin typeface="+mn-lt"/>
              <a:ea typeface="游ゴシック" panose="020B0400000000000000" pitchFamily="50" charset="-128"/>
            </a:endParaRPr>
          </a:p>
        </p:txBody>
      </p:sp>
      <p:sp>
        <p:nvSpPr>
          <p:cNvPr id="9" name="テキスト ボックス 8">
            <a:extLst>
              <a:ext uri="{FF2B5EF4-FFF2-40B4-BE49-F238E27FC236}">
                <a16:creationId xmlns:a16="http://schemas.microsoft.com/office/drawing/2014/main" id="{A31A3655-72FD-C1DE-092F-A46B9D0D6E5D}"/>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tx1">
                    <a:lumMod val="75000"/>
                  </a:schemeClr>
                </a:solidFill>
                <a:latin typeface="游ゴシック" panose="020B0400000000000000" pitchFamily="50" charset="-128"/>
                <a:ea typeface="游ゴシック" panose="020B0400000000000000" pitchFamily="50" charset="-128"/>
              </a:rPr>
              <a:t>©︎2025 VeriServe Corp.  </a:t>
            </a:r>
            <a:endParaRPr kumimoji="1" lang="ja-JP" altLang="en-US" sz="800">
              <a:solidFill>
                <a:schemeClr val="tx1">
                  <a:lumMod val="75000"/>
                </a:schemeClr>
              </a:solidFill>
              <a:latin typeface="+mn-lt"/>
              <a:ea typeface="游ゴシック" panose="020B0400000000000000" pitchFamily="50" charset="-128"/>
            </a:endParaRPr>
          </a:p>
        </p:txBody>
      </p:sp>
      <p:sp>
        <p:nvSpPr>
          <p:cNvPr id="4" name="テキスト ボックス 3">
            <a:extLst>
              <a:ext uri="{FF2B5EF4-FFF2-40B4-BE49-F238E27FC236}">
                <a16:creationId xmlns:a16="http://schemas.microsoft.com/office/drawing/2014/main" id="{20A7764F-C90D-178C-2AFF-E29D3486C996}"/>
              </a:ext>
            </a:extLst>
          </p:cNvPr>
          <p:cNvSpPr txBox="1"/>
          <p:nvPr userDrawn="1"/>
        </p:nvSpPr>
        <p:spPr>
          <a:xfrm>
            <a:off x="13875" y="6469541"/>
            <a:ext cx="294953" cy="184666"/>
          </a:xfrm>
          <a:prstGeom prst="rect">
            <a:avLst/>
          </a:prstGeom>
          <a:noFill/>
        </p:spPr>
        <p:txBody>
          <a:bodyPr wrap="none" lIns="0" tIns="0" rIns="0" bIns="0" rtlCol="0">
            <a:spAutoFit/>
          </a:bodyPr>
          <a:lstStyle/>
          <a:p>
            <a:pPr algn="ctr"/>
            <a:fld id="{6BB6987E-DEA3-4B61-8C0A-028B33D0CFA7}" type="slidenum">
              <a:rPr kumimoji="1" lang="ja-JP" altLang="en-US" sz="1200" b="0" i="0" u="none" strike="noStrike" kern="1200" cap="none" spc="0" normalizeH="0" baseline="0" noProof="0" smtClean="0">
                <a:ln>
                  <a:noFill/>
                </a:ln>
                <a:solidFill>
                  <a:schemeClr val="tx1"/>
                </a:solidFill>
                <a:effectLst/>
                <a:uLnTx/>
                <a:uFillTx/>
                <a:latin typeface="+mn-ea"/>
                <a:ea typeface="+mn-ea"/>
                <a:cs typeface="+mn-cs"/>
              </a:rPr>
              <a:pPr algn="ctr"/>
              <a:t>‹#›</a:t>
            </a:fld>
            <a:endParaRPr kumimoji="1" lang="ja-JP" altLang="en-US" sz="3200">
              <a:solidFill>
                <a:schemeClr val="tx1"/>
              </a:solidFill>
              <a:latin typeface="+mn-ea"/>
              <a:ea typeface="+mn-ea"/>
            </a:endParaRPr>
          </a:p>
        </p:txBody>
      </p:sp>
      <p:sp>
        <p:nvSpPr>
          <p:cNvPr id="3" name="テキスト ボックス 2">
            <a:extLst>
              <a:ext uri="{FF2B5EF4-FFF2-40B4-BE49-F238E27FC236}">
                <a16:creationId xmlns:a16="http://schemas.microsoft.com/office/drawing/2014/main" id="{82AE6EB4-4244-1596-F495-55B89663A06E}"/>
              </a:ext>
            </a:extLst>
          </p:cNvPr>
          <p:cNvSpPr txBox="1"/>
          <p:nvPr userDrawn="1"/>
        </p:nvSpPr>
        <p:spPr>
          <a:xfrm>
            <a:off x="8851" y="2869064"/>
            <a:ext cx="307777" cy="3101968"/>
          </a:xfrm>
          <a:prstGeom prst="rect">
            <a:avLst/>
          </a:prstGeom>
          <a:noFill/>
        </p:spPr>
        <p:txBody>
          <a:bodyPr vert="eaVert" wrap="square">
            <a:spAutoFit/>
          </a:bodyPr>
          <a:lstStyle/>
          <a:p>
            <a:pPr lvl="0"/>
            <a:r>
              <a:rPr kumimoji="1" lang="ja-JP" altLang="en-US" sz="800">
                <a:solidFill>
                  <a:schemeClr val="tx1">
                    <a:lumMod val="75000"/>
                  </a:schemeClr>
                </a:solidFill>
                <a:latin typeface="+mn-ea"/>
                <a:ea typeface="+mn-ea"/>
              </a:rPr>
              <a:t>会社名・商品名・サ−ビス名は各社の登録商標 </a:t>
            </a:r>
            <a:r>
              <a:rPr kumimoji="1" lang="ja-JP" altLang="en-US" sz="800">
                <a:solidFill>
                  <a:schemeClr val="tx1">
                    <a:lumMod val="75000"/>
                  </a:schemeClr>
                </a:solidFill>
                <a:latin typeface="HGP明朝B" panose="02020800000000000000" pitchFamily="18" charset="-128"/>
                <a:ea typeface="HGP明朝B" panose="02020800000000000000" pitchFamily="18" charset="-128"/>
              </a:rPr>
              <a:t>、</a:t>
            </a:r>
            <a:r>
              <a:rPr kumimoji="1" lang="ja-JP" altLang="en-US" sz="800">
                <a:solidFill>
                  <a:schemeClr val="tx1">
                    <a:lumMod val="75000"/>
                  </a:schemeClr>
                </a:solidFill>
                <a:latin typeface="+mn-ea"/>
                <a:ea typeface="+mn-ea"/>
              </a:rPr>
              <a:t>または商標です</a:t>
            </a:r>
          </a:p>
        </p:txBody>
      </p:sp>
    </p:spTree>
    <p:extLst>
      <p:ext uri="{BB962C8B-B14F-4D97-AF65-F5344CB8AC3E}">
        <p14:creationId xmlns:p14="http://schemas.microsoft.com/office/powerpoint/2010/main" val="3600242072"/>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青_空スライド（ロゴあり）">
    <p:bg>
      <p:bgRef idx="1001">
        <a:schemeClr val="bg2"/>
      </p:bgRef>
    </p:bg>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735BA417-A11B-DE8E-B280-F7C149DEF1C2}"/>
              </a:ext>
            </a:extLst>
          </p:cNvPr>
          <p:cNvSpPr txBox="1"/>
          <p:nvPr userDrawn="1"/>
        </p:nvSpPr>
        <p:spPr>
          <a:xfrm rot="5400000">
            <a:off x="-456830" y="2070711"/>
            <a:ext cx="1213749" cy="215444"/>
          </a:xfrm>
          <a:prstGeom prst="rect">
            <a:avLst/>
          </a:prstGeom>
          <a:noFill/>
        </p:spPr>
        <p:txBody>
          <a:bodyPr vert="horz" wrap="square">
            <a:spAutoFit/>
          </a:bodyPr>
          <a:lstStyle/>
          <a:p>
            <a:pPr lvl="0"/>
            <a:r>
              <a:rPr kumimoji="1" lang="en-US" altLang="ja-JP" sz="800">
                <a:solidFill>
                  <a:schemeClr val="tx1">
                    <a:lumMod val="75000"/>
                  </a:schemeClr>
                </a:solidFill>
                <a:latin typeface="+mn-lt"/>
                <a:ea typeface="游ゴシック" panose="020B0400000000000000" pitchFamily="50" charset="-128"/>
              </a:rPr>
              <a:t>CONFIDENTIAL</a:t>
            </a:r>
            <a:endParaRPr kumimoji="1" lang="ja-JP" altLang="en-US" sz="800">
              <a:solidFill>
                <a:schemeClr val="tx1">
                  <a:lumMod val="75000"/>
                </a:schemeClr>
              </a:solidFill>
              <a:latin typeface="+mn-lt"/>
              <a:ea typeface="游ゴシック" panose="020B0400000000000000" pitchFamily="50" charset="-128"/>
            </a:endParaRPr>
          </a:p>
        </p:txBody>
      </p:sp>
      <p:sp>
        <p:nvSpPr>
          <p:cNvPr id="9" name="テキスト ボックス 8">
            <a:extLst>
              <a:ext uri="{FF2B5EF4-FFF2-40B4-BE49-F238E27FC236}">
                <a16:creationId xmlns:a16="http://schemas.microsoft.com/office/drawing/2014/main" id="{A31A3655-72FD-C1DE-092F-A46B9D0D6E5D}"/>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tx1">
                    <a:lumMod val="75000"/>
                  </a:schemeClr>
                </a:solidFill>
                <a:latin typeface="+mn-lt"/>
                <a:ea typeface="游ゴシック" panose="020B0400000000000000" pitchFamily="50" charset="-128"/>
              </a:rPr>
              <a:t>©︎2025 VeriServe Corp.  </a:t>
            </a:r>
            <a:endParaRPr kumimoji="1" lang="ja-JP" altLang="en-US" sz="800">
              <a:solidFill>
                <a:schemeClr val="tx1">
                  <a:lumMod val="75000"/>
                </a:schemeClr>
              </a:solidFill>
              <a:latin typeface="+mn-lt"/>
              <a:ea typeface="游ゴシック" panose="020B0400000000000000" pitchFamily="50" charset="-128"/>
            </a:endParaRPr>
          </a:p>
        </p:txBody>
      </p:sp>
      <p:pic>
        <p:nvPicPr>
          <p:cNvPr id="3" name="図 2" descr="図形  中程度の精度で自動的に生成された説明">
            <a:extLst>
              <a:ext uri="{FF2B5EF4-FFF2-40B4-BE49-F238E27FC236}">
                <a16:creationId xmlns:a16="http://schemas.microsoft.com/office/drawing/2014/main" id="{1CBCE062-77CD-951E-6548-E2D2F64A8048}"/>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10704000" y="261000"/>
            <a:ext cx="1162800" cy="275292"/>
          </a:xfrm>
          <a:prstGeom prst="rect">
            <a:avLst/>
          </a:prstGeom>
        </p:spPr>
      </p:pic>
      <p:sp>
        <p:nvSpPr>
          <p:cNvPr id="7" name="テキスト ボックス 6">
            <a:extLst>
              <a:ext uri="{FF2B5EF4-FFF2-40B4-BE49-F238E27FC236}">
                <a16:creationId xmlns:a16="http://schemas.microsoft.com/office/drawing/2014/main" id="{F49B29D6-D151-3ABF-5964-1639CE17AA0D}"/>
              </a:ext>
            </a:extLst>
          </p:cNvPr>
          <p:cNvSpPr txBox="1"/>
          <p:nvPr userDrawn="1"/>
        </p:nvSpPr>
        <p:spPr>
          <a:xfrm>
            <a:off x="13875" y="6469541"/>
            <a:ext cx="294953" cy="184666"/>
          </a:xfrm>
          <a:prstGeom prst="rect">
            <a:avLst/>
          </a:prstGeom>
          <a:noFill/>
        </p:spPr>
        <p:txBody>
          <a:bodyPr wrap="none" lIns="0" tIns="0" rIns="0" bIns="0" rtlCol="0">
            <a:spAutoFit/>
          </a:bodyPr>
          <a:lstStyle/>
          <a:p>
            <a:pPr algn="ctr"/>
            <a:fld id="{6BB6987E-DEA3-4B61-8C0A-028B33D0CFA7}" type="slidenum">
              <a:rPr kumimoji="1" lang="ja-JP" altLang="en-US" sz="1200" b="0" i="0" u="none" strike="noStrike" kern="1200" cap="none" spc="0" normalizeH="0" baseline="0" noProof="0" smtClean="0">
                <a:ln>
                  <a:noFill/>
                </a:ln>
                <a:solidFill>
                  <a:schemeClr val="tx1"/>
                </a:solidFill>
                <a:effectLst/>
                <a:uLnTx/>
                <a:uFillTx/>
                <a:latin typeface="+mn-ea"/>
                <a:ea typeface="+mn-ea"/>
                <a:cs typeface="+mn-cs"/>
              </a:rPr>
              <a:pPr algn="ctr"/>
              <a:t>‹#›</a:t>
            </a:fld>
            <a:endParaRPr kumimoji="1" lang="ja-JP" altLang="en-US" sz="3200">
              <a:solidFill>
                <a:schemeClr val="tx1"/>
              </a:solidFill>
              <a:latin typeface="+mn-ea"/>
              <a:ea typeface="+mn-ea"/>
            </a:endParaRPr>
          </a:p>
        </p:txBody>
      </p:sp>
      <p:sp>
        <p:nvSpPr>
          <p:cNvPr id="2" name="テキスト ボックス 1">
            <a:extLst>
              <a:ext uri="{FF2B5EF4-FFF2-40B4-BE49-F238E27FC236}">
                <a16:creationId xmlns:a16="http://schemas.microsoft.com/office/drawing/2014/main" id="{D7ED300E-9B4C-6F8B-A034-52B755B3A015}"/>
              </a:ext>
            </a:extLst>
          </p:cNvPr>
          <p:cNvSpPr txBox="1"/>
          <p:nvPr userDrawn="1"/>
        </p:nvSpPr>
        <p:spPr>
          <a:xfrm>
            <a:off x="8851" y="2869064"/>
            <a:ext cx="307777" cy="3101968"/>
          </a:xfrm>
          <a:prstGeom prst="rect">
            <a:avLst/>
          </a:prstGeom>
          <a:noFill/>
        </p:spPr>
        <p:txBody>
          <a:bodyPr vert="eaVert" wrap="square">
            <a:spAutoFit/>
          </a:bodyPr>
          <a:lstStyle/>
          <a:p>
            <a:pPr lvl="0"/>
            <a:r>
              <a:rPr kumimoji="1" lang="ja-JP" altLang="en-US" sz="800">
                <a:solidFill>
                  <a:schemeClr val="tx1">
                    <a:lumMod val="75000"/>
                  </a:schemeClr>
                </a:solidFill>
                <a:latin typeface="+mn-ea"/>
                <a:ea typeface="+mn-ea"/>
              </a:rPr>
              <a:t>会社名・商品名・サ−ビス名は各社の登録商標 </a:t>
            </a:r>
            <a:r>
              <a:rPr kumimoji="1" lang="ja-JP" altLang="en-US" sz="800">
                <a:solidFill>
                  <a:schemeClr val="tx1">
                    <a:lumMod val="75000"/>
                  </a:schemeClr>
                </a:solidFill>
                <a:latin typeface="HGP明朝B" panose="02020800000000000000" pitchFamily="18" charset="-128"/>
                <a:ea typeface="HGP明朝B" panose="02020800000000000000" pitchFamily="18" charset="-128"/>
              </a:rPr>
              <a:t>、</a:t>
            </a:r>
            <a:r>
              <a:rPr kumimoji="1" lang="ja-JP" altLang="en-US" sz="800">
                <a:solidFill>
                  <a:schemeClr val="tx1">
                    <a:lumMod val="75000"/>
                  </a:schemeClr>
                </a:solidFill>
                <a:latin typeface="+mn-ea"/>
                <a:ea typeface="+mn-ea"/>
              </a:rPr>
              <a:t>または商標です</a:t>
            </a:r>
          </a:p>
        </p:txBody>
      </p:sp>
    </p:spTree>
    <p:extLst>
      <p:ext uri="{BB962C8B-B14F-4D97-AF65-F5344CB8AC3E}">
        <p14:creationId xmlns:p14="http://schemas.microsoft.com/office/powerpoint/2010/main" val="228681981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白_空スライド">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EFD5B55-50F5-AD6F-42D1-ED0BC9488BCB}"/>
              </a:ext>
            </a:extLst>
          </p:cNvPr>
          <p:cNvSpPr txBox="1"/>
          <p:nvPr userDrawn="1"/>
        </p:nvSpPr>
        <p:spPr>
          <a:xfrm rot="5400000">
            <a:off x="-456830" y="2070711"/>
            <a:ext cx="1213749" cy="215444"/>
          </a:xfrm>
          <a:prstGeom prst="rect">
            <a:avLst/>
          </a:prstGeom>
          <a:noFill/>
        </p:spPr>
        <p:txBody>
          <a:bodyPr vert="horz" wrap="square">
            <a:spAutoFit/>
          </a:bodyPr>
          <a:lstStyle/>
          <a:p>
            <a:pPr lvl="0"/>
            <a:r>
              <a:rPr kumimoji="1" lang="en-US" altLang="ja-JP" sz="800">
                <a:solidFill>
                  <a:schemeClr val="bg1">
                    <a:lumMod val="50000"/>
                  </a:schemeClr>
                </a:solidFill>
                <a:latin typeface="+mn-lt"/>
                <a:ea typeface="游ゴシック" panose="020B0400000000000000" pitchFamily="50" charset="-128"/>
              </a:rPr>
              <a:t>CONFIDENTIAL</a:t>
            </a:r>
            <a:endParaRPr kumimoji="1" lang="ja-JP" altLang="en-US" sz="800">
              <a:solidFill>
                <a:schemeClr val="bg1">
                  <a:lumMod val="50000"/>
                </a:schemeClr>
              </a:solidFill>
              <a:latin typeface="+mn-lt"/>
              <a:ea typeface="游ゴシック" panose="020B0400000000000000" pitchFamily="50" charset="-128"/>
            </a:endParaRPr>
          </a:p>
        </p:txBody>
      </p:sp>
      <p:sp>
        <p:nvSpPr>
          <p:cNvPr id="6" name="テキスト ボックス 5">
            <a:extLst>
              <a:ext uri="{FF2B5EF4-FFF2-40B4-BE49-F238E27FC236}">
                <a16:creationId xmlns:a16="http://schemas.microsoft.com/office/drawing/2014/main" id="{2408E61B-3F5D-E12D-A55B-EA7077B97691}"/>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50000"/>
                  </a:schemeClr>
                </a:solidFill>
                <a:latin typeface="+mn-lt"/>
                <a:ea typeface="游ゴシック" panose="020B0400000000000000" pitchFamily="50" charset="-128"/>
              </a:rPr>
              <a:t>©︎2025 VeriServe Corp.  </a:t>
            </a:r>
            <a:endParaRPr kumimoji="1" lang="ja-JP" altLang="en-US" sz="800">
              <a:solidFill>
                <a:schemeClr val="bg1">
                  <a:lumMod val="50000"/>
                </a:schemeClr>
              </a:solidFill>
              <a:latin typeface="+mn-lt"/>
              <a:ea typeface="游ゴシック" panose="020B0400000000000000" pitchFamily="50" charset="-128"/>
            </a:endParaRPr>
          </a:p>
        </p:txBody>
      </p:sp>
      <p:sp>
        <p:nvSpPr>
          <p:cNvPr id="7" name="テキスト ボックス 6">
            <a:extLst>
              <a:ext uri="{FF2B5EF4-FFF2-40B4-BE49-F238E27FC236}">
                <a16:creationId xmlns:a16="http://schemas.microsoft.com/office/drawing/2014/main" id="{D8E79605-8E00-F8B7-F0AF-0FC8F4D58F99}"/>
              </a:ext>
            </a:extLst>
          </p:cNvPr>
          <p:cNvSpPr txBox="1"/>
          <p:nvPr userDrawn="1"/>
        </p:nvSpPr>
        <p:spPr>
          <a:xfrm>
            <a:off x="13875" y="6469541"/>
            <a:ext cx="294953" cy="184666"/>
          </a:xfrm>
          <a:prstGeom prst="rect">
            <a:avLst/>
          </a:prstGeom>
          <a:noFill/>
        </p:spPr>
        <p:txBody>
          <a:bodyPr wrap="none" lIns="0" tIns="0" rIns="0" bIns="0" rtlCol="0">
            <a:spAutoFit/>
          </a:bodyPr>
          <a:lstStyle/>
          <a:p>
            <a:pPr algn="ctr"/>
            <a:fld id="{6BB6987E-DEA3-4B61-8C0A-028B33D0CFA7}" type="slidenum">
              <a:rPr kumimoji="1" lang="ja-JP" altLang="en-US" sz="1200" b="0" i="0" u="none" strike="noStrike" kern="1200" cap="none" spc="0" normalizeH="0" baseline="0" noProof="0" smtClean="0">
                <a:ln>
                  <a:noFill/>
                </a:ln>
                <a:solidFill>
                  <a:schemeClr val="bg1">
                    <a:lumMod val="50000"/>
                  </a:schemeClr>
                </a:solidFill>
                <a:effectLst/>
                <a:uLnTx/>
                <a:uFillTx/>
                <a:latin typeface="+mn-ea"/>
                <a:ea typeface="+mn-ea"/>
                <a:cs typeface="+mn-cs"/>
              </a:rPr>
              <a:pPr algn="ctr"/>
              <a:t>‹#›</a:t>
            </a:fld>
            <a:endParaRPr kumimoji="1" lang="ja-JP" altLang="en-US" sz="3200">
              <a:solidFill>
                <a:schemeClr val="bg1">
                  <a:lumMod val="50000"/>
                </a:schemeClr>
              </a:solidFill>
              <a:latin typeface="+mn-ea"/>
              <a:ea typeface="+mn-ea"/>
            </a:endParaRPr>
          </a:p>
        </p:txBody>
      </p:sp>
      <p:sp>
        <p:nvSpPr>
          <p:cNvPr id="3" name="テキスト ボックス 2">
            <a:extLst>
              <a:ext uri="{FF2B5EF4-FFF2-40B4-BE49-F238E27FC236}">
                <a16:creationId xmlns:a16="http://schemas.microsoft.com/office/drawing/2014/main" id="{714BCB15-20C3-9B36-7D59-69A77D6540A5}"/>
              </a:ext>
            </a:extLst>
          </p:cNvPr>
          <p:cNvSpPr txBox="1"/>
          <p:nvPr userDrawn="1"/>
        </p:nvSpPr>
        <p:spPr>
          <a:xfrm>
            <a:off x="8851" y="2869064"/>
            <a:ext cx="307777" cy="3284848"/>
          </a:xfrm>
          <a:prstGeom prst="rect">
            <a:avLst/>
          </a:prstGeom>
          <a:noFill/>
        </p:spPr>
        <p:txBody>
          <a:bodyPr vert="eaVert" wrap="square">
            <a:spAutoFit/>
          </a:bodyPr>
          <a:lstStyle/>
          <a:p>
            <a:pPr lvl="0"/>
            <a:r>
              <a:rPr kumimoji="1" lang="ja-JP" altLang="en-US" sz="800">
                <a:solidFill>
                  <a:schemeClr val="bg1">
                    <a:lumMod val="50000"/>
                  </a:schemeClr>
                </a:solidFill>
                <a:latin typeface="+mn-ea"/>
                <a:ea typeface="+mn-ea"/>
              </a:rPr>
              <a:t>会社名・商品名・サ−ビス名は各社の登録商標 </a:t>
            </a:r>
            <a:r>
              <a:rPr kumimoji="1" lang="ja-JP" altLang="en-US" sz="800" b="0">
                <a:solidFill>
                  <a:schemeClr val="bg1">
                    <a:lumMod val="50000"/>
                  </a:schemeClr>
                </a:solidFill>
                <a:latin typeface="HGP明朝B" panose="02020800000000000000" pitchFamily="18" charset="-128"/>
                <a:ea typeface="HGP明朝B" panose="02020800000000000000" pitchFamily="18" charset="-128"/>
              </a:rPr>
              <a:t>、</a:t>
            </a:r>
            <a:r>
              <a:rPr kumimoji="1" lang="ja-JP" altLang="en-US" sz="800">
                <a:solidFill>
                  <a:schemeClr val="bg1">
                    <a:lumMod val="50000"/>
                  </a:schemeClr>
                </a:solidFill>
                <a:latin typeface="+mn-ea"/>
                <a:ea typeface="+mn-ea"/>
              </a:rPr>
              <a:t>または商標です</a:t>
            </a:r>
          </a:p>
        </p:txBody>
      </p:sp>
    </p:spTree>
    <p:extLst>
      <p:ext uri="{BB962C8B-B14F-4D97-AF65-F5344CB8AC3E}">
        <p14:creationId xmlns:p14="http://schemas.microsoft.com/office/powerpoint/2010/main" val="3061447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白_空スライド（ロゴあり）">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EFD5B55-50F5-AD6F-42D1-ED0BC9488BCB}"/>
              </a:ext>
            </a:extLst>
          </p:cNvPr>
          <p:cNvSpPr txBox="1"/>
          <p:nvPr userDrawn="1"/>
        </p:nvSpPr>
        <p:spPr>
          <a:xfrm rot="5400000">
            <a:off x="-456830" y="2070711"/>
            <a:ext cx="1213749" cy="215444"/>
          </a:xfrm>
          <a:prstGeom prst="rect">
            <a:avLst/>
          </a:prstGeom>
          <a:noFill/>
        </p:spPr>
        <p:txBody>
          <a:bodyPr vert="horz" wrap="square">
            <a:spAutoFit/>
          </a:bodyPr>
          <a:lstStyle/>
          <a:p>
            <a:pPr lvl="0"/>
            <a:r>
              <a:rPr kumimoji="1" lang="en-US" altLang="ja-JP" sz="800">
                <a:solidFill>
                  <a:schemeClr val="bg1">
                    <a:lumMod val="50000"/>
                  </a:schemeClr>
                </a:solidFill>
                <a:latin typeface="+mn-lt"/>
                <a:ea typeface="游ゴシック" panose="020B0400000000000000" pitchFamily="50" charset="-128"/>
              </a:rPr>
              <a:t>CONFIDENTIAL</a:t>
            </a:r>
            <a:endParaRPr kumimoji="1" lang="ja-JP" altLang="en-US" sz="800">
              <a:solidFill>
                <a:schemeClr val="bg1">
                  <a:lumMod val="50000"/>
                </a:schemeClr>
              </a:solidFill>
              <a:latin typeface="+mn-lt"/>
              <a:ea typeface="游ゴシック" panose="020B0400000000000000" pitchFamily="50" charset="-128"/>
            </a:endParaRPr>
          </a:p>
        </p:txBody>
      </p:sp>
      <p:sp>
        <p:nvSpPr>
          <p:cNvPr id="6" name="テキスト ボックス 5">
            <a:extLst>
              <a:ext uri="{FF2B5EF4-FFF2-40B4-BE49-F238E27FC236}">
                <a16:creationId xmlns:a16="http://schemas.microsoft.com/office/drawing/2014/main" id="{2408E61B-3F5D-E12D-A55B-EA7077B97691}"/>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50000"/>
                  </a:schemeClr>
                </a:solidFill>
                <a:latin typeface="+mn-lt"/>
                <a:ea typeface="游ゴシック" panose="020B0400000000000000" pitchFamily="50" charset="-128"/>
              </a:rPr>
              <a:t>©︎2025 VeriServe Corp.  </a:t>
            </a:r>
            <a:endParaRPr kumimoji="1" lang="ja-JP" altLang="en-US" sz="800">
              <a:solidFill>
                <a:schemeClr val="bg1">
                  <a:lumMod val="50000"/>
                </a:schemeClr>
              </a:solidFill>
              <a:latin typeface="+mn-lt"/>
              <a:ea typeface="游ゴシック" panose="020B0400000000000000" pitchFamily="50" charset="-128"/>
            </a:endParaRPr>
          </a:p>
        </p:txBody>
      </p:sp>
      <p:pic>
        <p:nvPicPr>
          <p:cNvPr id="7" name="図 6" descr="図形  中程度の精度で自動的に生成された説明">
            <a:extLst>
              <a:ext uri="{FF2B5EF4-FFF2-40B4-BE49-F238E27FC236}">
                <a16:creationId xmlns:a16="http://schemas.microsoft.com/office/drawing/2014/main" id="{0DFF6488-7627-BD46-DA37-84639741E7FE}"/>
              </a:ext>
            </a:extLst>
          </p:cNvPr>
          <p:cNvPicPr>
            <a:picLocks noChangeAspect="1"/>
          </p:cNvPicPr>
          <p:nvPr userDrawn="1"/>
        </p:nvPicPr>
        <p:blipFill>
          <a:blip r:embed="rId2"/>
          <a:stretch>
            <a:fillRect/>
          </a:stretch>
        </p:blipFill>
        <p:spPr>
          <a:xfrm>
            <a:off x="10702078" y="254976"/>
            <a:ext cx="1162800" cy="275292"/>
          </a:xfrm>
          <a:prstGeom prst="rect">
            <a:avLst/>
          </a:prstGeom>
        </p:spPr>
      </p:pic>
      <p:sp>
        <p:nvSpPr>
          <p:cNvPr id="8" name="テキスト ボックス 7">
            <a:extLst>
              <a:ext uri="{FF2B5EF4-FFF2-40B4-BE49-F238E27FC236}">
                <a16:creationId xmlns:a16="http://schemas.microsoft.com/office/drawing/2014/main" id="{596910F1-8BC4-8E5B-5BE8-F72BBCDDAE47}"/>
              </a:ext>
            </a:extLst>
          </p:cNvPr>
          <p:cNvSpPr txBox="1"/>
          <p:nvPr userDrawn="1"/>
        </p:nvSpPr>
        <p:spPr>
          <a:xfrm>
            <a:off x="13875" y="6469541"/>
            <a:ext cx="294953" cy="184666"/>
          </a:xfrm>
          <a:prstGeom prst="rect">
            <a:avLst/>
          </a:prstGeom>
          <a:noFill/>
        </p:spPr>
        <p:txBody>
          <a:bodyPr wrap="none" lIns="0" tIns="0" rIns="0" bIns="0" rtlCol="0">
            <a:spAutoFit/>
          </a:bodyPr>
          <a:lstStyle/>
          <a:p>
            <a:pPr algn="ctr"/>
            <a:fld id="{6BB6987E-DEA3-4B61-8C0A-028B33D0CFA7}" type="slidenum">
              <a:rPr kumimoji="1" lang="ja-JP" altLang="en-US" sz="1200" b="0" i="0" u="none" strike="noStrike" kern="1200" cap="none" spc="0" normalizeH="0" baseline="0" noProof="0" smtClean="0">
                <a:ln>
                  <a:noFill/>
                </a:ln>
                <a:solidFill>
                  <a:schemeClr val="bg1">
                    <a:lumMod val="50000"/>
                  </a:schemeClr>
                </a:solidFill>
                <a:effectLst/>
                <a:uLnTx/>
                <a:uFillTx/>
                <a:latin typeface="+mn-ea"/>
                <a:ea typeface="+mn-ea"/>
                <a:cs typeface="+mn-cs"/>
              </a:rPr>
              <a:pPr algn="ctr"/>
              <a:t>‹#›</a:t>
            </a:fld>
            <a:endParaRPr kumimoji="1" lang="ja-JP" altLang="en-US" sz="3200">
              <a:solidFill>
                <a:schemeClr val="bg1">
                  <a:lumMod val="50000"/>
                </a:schemeClr>
              </a:solidFill>
              <a:latin typeface="+mn-ea"/>
              <a:ea typeface="+mn-ea"/>
            </a:endParaRPr>
          </a:p>
        </p:txBody>
      </p:sp>
      <p:sp>
        <p:nvSpPr>
          <p:cNvPr id="3" name="テキスト ボックス 2">
            <a:extLst>
              <a:ext uri="{FF2B5EF4-FFF2-40B4-BE49-F238E27FC236}">
                <a16:creationId xmlns:a16="http://schemas.microsoft.com/office/drawing/2014/main" id="{05C7AB66-CAB5-5014-80B4-06142588EC68}"/>
              </a:ext>
            </a:extLst>
          </p:cNvPr>
          <p:cNvSpPr txBox="1"/>
          <p:nvPr userDrawn="1"/>
        </p:nvSpPr>
        <p:spPr>
          <a:xfrm>
            <a:off x="8851" y="2869064"/>
            <a:ext cx="307777" cy="3284848"/>
          </a:xfrm>
          <a:prstGeom prst="rect">
            <a:avLst/>
          </a:prstGeom>
          <a:noFill/>
        </p:spPr>
        <p:txBody>
          <a:bodyPr vert="eaVert" wrap="square">
            <a:spAutoFit/>
          </a:bodyPr>
          <a:lstStyle/>
          <a:p>
            <a:pPr lvl="0"/>
            <a:r>
              <a:rPr kumimoji="1" lang="ja-JP" altLang="en-US" sz="800">
                <a:solidFill>
                  <a:schemeClr val="bg1">
                    <a:lumMod val="50000"/>
                  </a:schemeClr>
                </a:solidFill>
                <a:latin typeface="+mn-ea"/>
                <a:ea typeface="+mn-ea"/>
              </a:rPr>
              <a:t>会社名・商品名・サ−ビス名は各社の登録商標 </a:t>
            </a:r>
            <a:r>
              <a:rPr kumimoji="1" lang="ja-JP" altLang="en-US" sz="800" b="0">
                <a:solidFill>
                  <a:schemeClr val="bg1">
                    <a:lumMod val="50000"/>
                  </a:schemeClr>
                </a:solidFill>
                <a:latin typeface="HGP明朝B" panose="02020800000000000000" pitchFamily="18" charset="-128"/>
                <a:ea typeface="HGP明朝B" panose="02020800000000000000" pitchFamily="18" charset="-128"/>
              </a:rPr>
              <a:t>、</a:t>
            </a:r>
            <a:r>
              <a:rPr kumimoji="1" lang="ja-JP" altLang="en-US" sz="800">
                <a:solidFill>
                  <a:schemeClr val="bg1">
                    <a:lumMod val="50000"/>
                  </a:schemeClr>
                </a:solidFill>
                <a:latin typeface="+mn-ea"/>
                <a:ea typeface="+mn-ea"/>
              </a:rPr>
              <a:t>または商標です</a:t>
            </a:r>
          </a:p>
        </p:txBody>
      </p:sp>
    </p:spTree>
    <p:extLst>
      <p:ext uri="{BB962C8B-B14F-4D97-AF65-F5344CB8AC3E}">
        <p14:creationId xmlns:p14="http://schemas.microsoft.com/office/powerpoint/2010/main" val="20958963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青_表紙">
    <p:bg>
      <p:bgPr>
        <a:solidFill>
          <a:srgbClr val="004098"/>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D343E7-2246-DFF1-7A5D-50A0E9C537BA}"/>
              </a:ext>
            </a:extLst>
          </p:cNvPr>
          <p:cNvSpPr>
            <a:spLocks noGrp="1"/>
          </p:cNvSpPr>
          <p:nvPr>
            <p:ph type="ctrTitle"/>
          </p:nvPr>
        </p:nvSpPr>
        <p:spPr>
          <a:xfrm>
            <a:off x="1285625" y="1999487"/>
            <a:ext cx="9620749" cy="1510475"/>
          </a:xfrm>
        </p:spPr>
        <p:txBody>
          <a:bodyPr anchor="b">
            <a:normAutofit/>
          </a:bodyPr>
          <a:lstStyle>
            <a:lvl1pPr algn="l">
              <a:lnSpc>
                <a:spcPct val="130000"/>
              </a:lnSpc>
              <a:defRPr sz="4000" b="1" i="0" spc="300">
                <a:solidFill>
                  <a:schemeClr val="bg1"/>
                </a:solidFill>
                <a:latin typeface="+mj-ea"/>
                <a:ea typeface="+mj-ea"/>
              </a:defRPr>
            </a:lvl1pPr>
          </a:lstStyle>
          <a:p>
            <a:r>
              <a:rPr kumimoji="1" lang="ja-JP" altLang="en-US"/>
              <a:t>マスター タイトルの書式設定</a:t>
            </a:r>
          </a:p>
        </p:txBody>
      </p:sp>
      <p:sp>
        <p:nvSpPr>
          <p:cNvPr id="4" name="日付プレースホルダー 3">
            <a:extLst>
              <a:ext uri="{FF2B5EF4-FFF2-40B4-BE49-F238E27FC236}">
                <a16:creationId xmlns:a16="http://schemas.microsoft.com/office/drawing/2014/main" id="{227B8E63-9637-2707-94AB-42F626B09A49}"/>
              </a:ext>
            </a:extLst>
          </p:cNvPr>
          <p:cNvSpPr>
            <a:spLocks noGrp="1"/>
          </p:cNvSpPr>
          <p:nvPr>
            <p:ph type="dt" sz="half" idx="10"/>
          </p:nvPr>
        </p:nvSpPr>
        <p:spPr/>
        <p:txBody>
          <a:bodyPr/>
          <a:lstStyle/>
          <a:p>
            <a:fld id="{BB973515-480C-9C4A-8AAA-B3759DA3FA25}" type="datetime1">
              <a:rPr kumimoji="1" lang="ja-JP" altLang="en-US" smtClean="0"/>
              <a:t>2026/5/22</a:t>
            </a:fld>
            <a:endParaRPr kumimoji="1" lang="ja-JP" altLang="en-US"/>
          </a:p>
        </p:txBody>
      </p:sp>
      <p:sp>
        <p:nvSpPr>
          <p:cNvPr id="5" name="フッター プレースホルダー 4">
            <a:extLst>
              <a:ext uri="{FF2B5EF4-FFF2-40B4-BE49-F238E27FC236}">
                <a16:creationId xmlns:a16="http://schemas.microsoft.com/office/drawing/2014/main" id="{6E30F219-213A-E9E5-8033-80390A3B6B8D}"/>
              </a:ext>
            </a:extLst>
          </p:cNvPr>
          <p:cNvSpPr>
            <a:spLocks noGrp="1"/>
          </p:cNvSpPr>
          <p:nvPr>
            <p:ph type="ftr" sz="quarter" idx="11"/>
          </p:nvPr>
        </p:nvSpPr>
        <p:spPr/>
        <p:txBody>
          <a:bodyPr/>
          <a:lstStyle/>
          <a:p>
            <a:endParaRPr kumimoji="1" lang="ja-JP" altLang="en-US"/>
          </a:p>
        </p:txBody>
      </p:sp>
      <p:sp>
        <p:nvSpPr>
          <p:cNvPr id="7" name="正方形/長方形 6">
            <a:extLst>
              <a:ext uri="{FF2B5EF4-FFF2-40B4-BE49-F238E27FC236}">
                <a16:creationId xmlns:a16="http://schemas.microsoft.com/office/drawing/2014/main" id="{ADBC357F-A501-18A2-0F53-151FF2F531C4}"/>
              </a:ext>
            </a:extLst>
          </p:cNvPr>
          <p:cNvSpPr/>
          <p:nvPr userDrawn="1"/>
        </p:nvSpPr>
        <p:spPr>
          <a:xfrm>
            <a:off x="0" y="2280"/>
            <a:ext cx="321469"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D399AC86-9129-DBDE-2676-5048E9B2B2CA}"/>
              </a:ext>
            </a:extLst>
          </p:cNvPr>
          <p:cNvSpPr txBox="1"/>
          <p:nvPr userDrawn="1"/>
        </p:nvSpPr>
        <p:spPr>
          <a:xfrm rot="5400000">
            <a:off x="-833542" y="916705"/>
            <a:ext cx="1950122" cy="215444"/>
          </a:xfrm>
          <a:prstGeom prst="rect">
            <a:avLst/>
          </a:prstGeom>
          <a:noFill/>
        </p:spPr>
        <p:txBody>
          <a:bodyPr vert="horz" wrap="square">
            <a:spAutoFit/>
          </a:bodyPr>
          <a:lstStyle/>
          <a:p>
            <a:pPr lvl="0"/>
            <a:r>
              <a:rPr kumimoji="1" lang="en-US" altLang="ja-JP" sz="800">
                <a:solidFill>
                  <a:schemeClr val="bg1">
                    <a:lumMod val="50000"/>
                  </a:schemeClr>
                </a:solidFill>
                <a:latin typeface="游ゴシック" panose="020B0400000000000000" pitchFamily="50" charset="-128"/>
                <a:ea typeface="游ゴシック" panose="020B0400000000000000" pitchFamily="50" charset="-128"/>
              </a:rPr>
              <a:t>©︎2025 VeriServe Corp.  </a:t>
            </a:r>
            <a:endParaRPr kumimoji="1" lang="ja-JP" altLang="en-US" sz="800">
              <a:solidFill>
                <a:schemeClr val="bg1">
                  <a:lumMod val="50000"/>
                </a:schemeClr>
              </a:solidFill>
              <a:latin typeface="游ゴシック" panose="020B0400000000000000" pitchFamily="50" charset="-128"/>
              <a:ea typeface="游ゴシック" panose="020B0400000000000000" pitchFamily="50" charset="-128"/>
            </a:endParaRPr>
          </a:p>
        </p:txBody>
      </p:sp>
      <p:pic>
        <p:nvPicPr>
          <p:cNvPr id="8" name="図 7" descr="アイコン  自動的に生成された説明">
            <a:extLst>
              <a:ext uri="{FF2B5EF4-FFF2-40B4-BE49-F238E27FC236}">
                <a16:creationId xmlns:a16="http://schemas.microsoft.com/office/drawing/2014/main" id="{B9CF3555-AF46-DA0D-9675-44257CDA70CC}"/>
              </a:ext>
            </a:extLst>
          </p:cNvPr>
          <p:cNvPicPr>
            <a:picLocks noChangeAspect="1"/>
          </p:cNvPicPr>
          <p:nvPr userDrawn="1"/>
        </p:nvPicPr>
        <p:blipFill rotWithShape="1">
          <a:blip r:embed="rId2"/>
          <a:srcRect l="-1" r="-4128" b="33406"/>
          <a:stretch/>
        </p:blipFill>
        <p:spPr>
          <a:xfrm>
            <a:off x="461223" y="3807798"/>
            <a:ext cx="4859924" cy="3050202"/>
          </a:xfrm>
          <a:prstGeom prst="rect">
            <a:avLst/>
          </a:prstGeom>
        </p:spPr>
      </p:pic>
      <p:pic>
        <p:nvPicPr>
          <p:cNvPr id="11" name="図 10" descr="図形  中程度の精度で自動的に生成された説明">
            <a:extLst>
              <a:ext uri="{FF2B5EF4-FFF2-40B4-BE49-F238E27FC236}">
                <a16:creationId xmlns:a16="http://schemas.microsoft.com/office/drawing/2014/main" id="{CC09ABB4-B9AE-6975-A1D8-F9BC6F3DB66A}"/>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9883576" y="225385"/>
            <a:ext cx="1921676" cy="454955"/>
          </a:xfrm>
          <a:prstGeom prst="rect">
            <a:avLst/>
          </a:prstGeom>
        </p:spPr>
      </p:pic>
      <p:sp>
        <p:nvSpPr>
          <p:cNvPr id="3" name="コンテンツ プレースホルダー 6">
            <a:extLst>
              <a:ext uri="{FF2B5EF4-FFF2-40B4-BE49-F238E27FC236}">
                <a16:creationId xmlns:a16="http://schemas.microsoft.com/office/drawing/2014/main" id="{6889AD8A-0274-47B4-70C4-87D5D9EC9297}"/>
              </a:ext>
            </a:extLst>
          </p:cNvPr>
          <p:cNvSpPr>
            <a:spLocks noGrp="1"/>
          </p:cNvSpPr>
          <p:nvPr>
            <p:ph sz="quarter" idx="13" hasCustomPrompt="1"/>
          </p:nvPr>
        </p:nvSpPr>
        <p:spPr>
          <a:xfrm>
            <a:off x="1285626" y="558140"/>
            <a:ext cx="3389892" cy="856592"/>
          </a:xfrm>
        </p:spPr>
        <p:txBody>
          <a:bodyPr>
            <a:normAutofit/>
          </a:bodyPr>
          <a:lstStyle>
            <a:lvl1pPr marL="0" indent="0">
              <a:buNone/>
              <a:defRPr sz="2000">
                <a:solidFill>
                  <a:schemeClr val="bg1"/>
                </a:solidFill>
              </a:defRPr>
            </a:lvl1pPr>
          </a:lstStyle>
          <a:p>
            <a:pPr lvl="0"/>
            <a:r>
              <a:rPr kumimoji="1" lang="ja-JP" altLang="en-US"/>
              <a:t>宛先</a:t>
            </a:r>
          </a:p>
        </p:txBody>
      </p:sp>
      <p:sp>
        <p:nvSpPr>
          <p:cNvPr id="14" name="コンテンツ プレースホルダー 6">
            <a:extLst>
              <a:ext uri="{FF2B5EF4-FFF2-40B4-BE49-F238E27FC236}">
                <a16:creationId xmlns:a16="http://schemas.microsoft.com/office/drawing/2014/main" id="{AA687912-CD87-487A-5C0C-23A492E0D6F3}"/>
              </a:ext>
            </a:extLst>
          </p:cNvPr>
          <p:cNvSpPr>
            <a:spLocks noGrp="1"/>
          </p:cNvSpPr>
          <p:nvPr>
            <p:ph sz="quarter" idx="14" hasCustomPrompt="1"/>
          </p:nvPr>
        </p:nvSpPr>
        <p:spPr>
          <a:xfrm>
            <a:off x="6096000" y="4344941"/>
            <a:ext cx="3570288" cy="1349569"/>
          </a:xfrm>
        </p:spPr>
        <p:txBody>
          <a:bodyPr>
            <a:normAutofit/>
          </a:bodyPr>
          <a:lstStyle>
            <a:lvl1pPr marL="0" indent="0">
              <a:buNone/>
              <a:defRPr sz="1600">
                <a:solidFill>
                  <a:schemeClr val="bg1"/>
                </a:solidFill>
              </a:defRPr>
            </a:lvl1pPr>
          </a:lstStyle>
          <a:p>
            <a:pPr lvl="0"/>
            <a:r>
              <a:rPr kumimoji="1" lang="ja-JP" altLang="en-US"/>
              <a:t>株式会社ベリサーブ</a:t>
            </a:r>
            <a:endParaRPr kumimoji="1" lang="en-US" altLang="ja-JP"/>
          </a:p>
          <a:p>
            <a:pPr lvl="0"/>
            <a:r>
              <a:rPr kumimoji="1" lang="ja-JP" altLang="en-US"/>
              <a:t>部署</a:t>
            </a:r>
            <a:endParaRPr kumimoji="1" lang="en-US" altLang="ja-JP"/>
          </a:p>
          <a:p>
            <a:pPr lvl="0"/>
            <a:r>
              <a:rPr kumimoji="1" lang="ja-JP" altLang="en-US"/>
              <a:t>名前</a:t>
            </a:r>
          </a:p>
        </p:txBody>
      </p:sp>
      <p:sp>
        <p:nvSpPr>
          <p:cNvPr id="15" name="コンテンツ プレースホルダー 6">
            <a:extLst>
              <a:ext uri="{FF2B5EF4-FFF2-40B4-BE49-F238E27FC236}">
                <a16:creationId xmlns:a16="http://schemas.microsoft.com/office/drawing/2014/main" id="{EA3BD97D-6626-D853-A5D3-99E0904DDDFA}"/>
              </a:ext>
            </a:extLst>
          </p:cNvPr>
          <p:cNvSpPr>
            <a:spLocks noGrp="1"/>
          </p:cNvSpPr>
          <p:nvPr>
            <p:ph sz="quarter" idx="15" hasCustomPrompt="1"/>
          </p:nvPr>
        </p:nvSpPr>
        <p:spPr>
          <a:xfrm>
            <a:off x="6096000" y="5858632"/>
            <a:ext cx="3570288" cy="430026"/>
          </a:xfrm>
        </p:spPr>
        <p:txBody>
          <a:bodyPr>
            <a:normAutofit/>
          </a:bodyPr>
          <a:lstStyle>
            <a:lvl1pPr marL="0" indent="0">
              <a:buNone/>
              <a:defRPr sz="1600">
                <a:solidFill>
                  <a:schemeClr val="bg1"/>
                </a:solidFill>
              </a:defRPr>
            </a:lvl1pPr>
          </a:lstStyle>
          <a:p>
            <a:pPr lvl="0"/>
            <a:r>
              <a:rPr kumimoji="1" lang="en-US" altLang="ja-JP"/>
              <a:t>2025</a:t>
            </a:r>
            <a:r>
              <a:rPr kumimoji="1" lang="ja-JP" altLang="en-US"/>
              <a:t>年</a:t>
            </a:r>
            <a:r>
              <a:rPr kumimoji="1" lang="en-US" altLang="ja-JP"/>
              <a:t>X</a:t>
            </a:r>
            <a:r>
              <a:rPr kumimoji="1" lang="ja-JP" altLang="en-US"/>
              <a:t>月</a:t>
            </a:r>
            <a:r>
              <a:rPr kumimoji="1" lang="en-US" altLang="ja-JP"/>
              <a:t>X</a:t>
            </a:r>
            <a:r>
              <a:rPr kumimoji="1" lang="ja-JP" altLang="en-US"/>
              <a:t>日</a:t>
            </a:r>
            <a:endParaRPr kumimoji="1" lang="en-US" altLang="ja-JP"/>
          </a:p>
        </p:txBody>
      </p:sp>
      <p:sp>
        <p:nvSpPr>
          <p:cNvPr id="9" name="字幕 2">
            <a:extLst>
              <a:ext uri="{FF2B5EF4-FFF2-40B4-BE49-F238E27FC236}">
                <a16:creationId xmlns:a16="http://schemas.microsoft.com/office/drawing/2014/main" id="{6C91664E-D144-8B14-0074-F1DDA30B0113}"/>
              </a:ext>
            </a:extLst>
          </p:cNvPr>
          <p:cNvSpPr>
            <a:spLocks noGrp="1"/>
          </p:cNvSpPr>
          <p:nvPr>
            <p:ph type="subTitle" idx="1"/>
          </p:nvPr>
        </p:nvSpPr>
        <p:spPr>
          <a:xfrm>
            <a:off x="6096000" y="3725865"/>
            <a:ext cx="5765321" cy="454955"/>
          </a:xfrm>
        </p:spPr>
        <p:txBody>
          <a:bodyPr>
            <a:noAutofit/>
          </a:bodyPr>
          <a:lstStyle>
            <a:lvl1pPr marL="0" indent="0" algn="l">
              <a:lnSpc>
                <a:spcPct val="130000"/>
              </a:lnSpc>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10" name="テキスト ボックス 9">
            <a:extLst>
              <a:ext uri="{FF2B5EF4-FFF2-40B4-BE49-F238E27FC236}">
                <a16:creationId xmlns:a16="http://schemas.microsoft.com/office/drawing/2014/main" id="{F27A73B6-F592-62BC-13A3-8CF70CECC603}"/>
              </a:ext>
            </a:extLst>
          </p:cNvPr>
          <p:cNvSpPr txBox="1"/>
          <p:nvPr userDrawn="1"/>
        </p:nvSpPr>
        <p:spPr>
          <a:xfrm>
            <a:off x="8851" y="2869064"/>
            <a:ext cx="307777" cy="3284848"/>
          </a:xfrm>
          <a:prstGeom prst="rect">
            <a:avLst/>
          </a:prstGeom>
          <a:noFill/>
        </p:spPr>
        <p:txBody>
          <a:bodyPr vert="eaVert" wrap="square">
            <a:spAutoFit/>
          </a:bodyPr>
          <a:lstStyle/>
          <a:p>
            <a:pPr lvl="0"/>
            <a:r>
              <a:rPr kumimoji="1" lang="ja-JP" altLang="en-US" sz="800">
                <a:solidFill>
                  <a:schemeClr val="bg1">
                    <a:lumMod val="50000"/>
                  </a:schemeClr>
                </a:solidFill>
                <a:latin typeface="+mn-ea"/>
                <a:ea typeface="+mn-ea"/>
              </a:rPr>
              <a:t>会社名・商品名・サ−ビス名は各社の登録商標 </a:t>
            </a:r>
            <a:r>
              <a:rPr kumimoji="1" lang="ja-JP" altLang="en-US" sz="800" b="0">
                <a:solidFill>
                  <a:schemeClr val="bg1">
                    <a:lumMod val="50000"/>
                  </a:schemeClr>
                </a:solidFill>
                <a:latin typeface="HGP明朝B" panose="02020800000000000000" pitchFamily="18" charset="-128"/>
                <a:ea typeface="HGP明朝B" panose="02020800000000000000" pitchFamily="18" charset="-128"/>
              </a:rPr>
              <a:t>、</a:t>
            </a:r>
            <a:r>
              <a:rPr kumimoji="1" lang="ja-JP" altLang="en-US" sz="800">
                <a:solidFill>
                  <a:schemeClr val="bg1">
                    <a:lumMod val="50000"/>
                  </a:schemeClr>
                </a:solidFill>
                <a:latin typeface="+mn-ea"/>
                <a:ea typeface="+mn-ea"/>
              </a:rPr>
              <a:t>または商標です</a:t>
            </a:r>
          </a:p>
        </p:txBody>
      </p:sp>
    </p:spTree>
    <p:extLst>
      <p:ext uri="{BB962C8B-B14F-4D97-AF65-F5344CB8AC3E}">
        <p14:creationId xmlns:p14="http://schemas.microsoft.com/office/powerpoint/2010/main" val="14253825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白_表紙">
    <p:bg>
      <p:bgRef idx="1001">
        <a:schemeClr val="bg1"/>
      </p:bgRef>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D343E7-2246-DFF1-7A5D-50A0E9C537BA}"/>
              </a:ext>
            </a:extLst>
          </p:cNvPr>
          <p:cNvSpPr>
            <a:spLocks noGrp="1"/>
          </p:cNvSpPr>
          <p:nvPr>
            <p:ph type="ctrTitle"/>
          </p:nvPr>
        </p:nvSpPr>
        <p:spPr>
          <a:xfrm>
            <a:off x="1285625" y="1999487"/>
            <a:ext cx="9620749" cy="1510475"/>
          </a:xfrm>
        </p:spPr>
        <p:txBody>
          <a:bodyPr anchor="b">
            <a:normAutofit/>
          </a:bodyPr>
          <a:lstStyle>
            <a:lvl1pPr algn="l">
              <a:lnSpc>
                <a:spcPct val="130000"/>
              </a:lnSpc>
              <a:defRPr sz="4000" b="1" i="0" spc="300">
                <a:solidFill>
                  <a:srgbClr val="004098"/>
                </a:solidFill>
                <a:latin typeface="+mj-ea"/>
                <a:ea typeface="+mj-ea"/>
              </a:defRPr>
            </a:lvl1pPr>
          </a:lstStyle>
          <a:p>
            <a:r>
              <a:rPr kumimoji="1" lang="ja-JP" altLang="en-US"/>
              <a:t>マスター タイトルの書式設定</a:t>
            </a:r>
          </a:p>
        </p:txBody>
      </p:sp>
      <p:sp>
        <p:nvSpPr>
          <p:cNvPr id="4" name="日付プレースホルダー 3">
            <a:extLst>
              <a:ext uri="{FF2B5EF4-FFF2-40B4-BE49-F238E27FC236}">
                <a16:creationId xmlns:a16="http://schemas.microsoft.com/office/drawing/2014/main" id="{227B8E63-9637-2707-94AB-42F626B09A49}"/>
              </a:ext>
            </a:extLst>
          </p:cNvPr>
          <p:cNvSpPr>
            <a:spLocks noGrp="1"/>
          </p:cNvSpPr>
          <p:nvPr>
            <p:ph type="dt" sz="half" idx="10"/>
          </p:nvPr>
        </p:nvSpPr>
        <p:spPr/>
        <p:txBody>
          <a:bodyPr/>
          <a:lstStyle/>
          <a:p>
            <a:fld id="{BB973515-480C-9C4A-8AAA-B3759DA3FA25}" type="datetime1">
              <a:rPr kumimoji="1" lang="ja-JP" altLang="en-US" smtClean="0"/>
              <a:t>2026/5/22</a:t>
            </a:fld>
            <a:endParaRPr kumimoji="1" lang="ja-JP" altLang="en-US"/>
          </a:p>
        </p:txBody>
      </p:sp>
      <p:sp>
        <p:nvSpPr>
          <p:cNvPr id="5" name="フッター プレースホルダー 4">
            <a:extLst>
              <a:ext uri="{FF2B5EF4-FFF2-40B4-BE49-F238E27FC236}">
                <a16:creationId xmlns:a16="http://schemas.microsoft.com/office/drawing/2014/main" id="{6E30F219-213A-E9E5-8033-80390A3B6B8D}"/>
              </a:ext>
            </a:extLst>
          </p:cNvPr>
          <p:cNvSpPr>
            <a:spLocks noGrp="1"/>
          </p:cNvSpPr>
          <p:nvPr>
            <p:ph type="ftr" sz="quarter" idx="11"/>
          </p:nvPr>
        </p:nvSpPr>
        <p:spPr/>
        <p:txBody>
          <a:bodyPr/>
          <a:lstStyle/>
          <a:p>
            <a:endParaRPr kumimoji="1" lang="ja-JP" altLang="en-US"/>
          </a:p>
        </p:txBody>
      </p:sp>
      <p:pic>
        <p:nvPicPr>
          <p:cNvPr id="8" name="図 7" descr="アイコン  自動的に生成された説明">
            <a:extLst>
              <a:ext uri="{FF2B5EF4-FFF2-40B4-BE49-F238E27FC236}">
                <a16:creationId xmlns:a16="http://schemas.microsoft.com/office/drawing/2014/main" id="{B9CF3555-AF46-DA0D-9675-44257CDA70CC}"/>
              </a:ext>
            </a:extLst>
          </p:cNvPr>
          <p:cNvPicPr>
            <a:picLocks noChangeAspect="1"/>
          </p:cNvPicPr>
          <p:nvPr userDrawn="1"/>
        </p:nvPicPr>
        <p:blipFill rotWithShape="1">
          <a:blip r:embed="rId2">
            <a:duotone>
              <a:prstClr val="black"/>
              <a:schemeClr val="accent4">
                <a:tint val="45000"/>
                <a:satMod val="400000"/>
              </a:schemeClr>
            </a:duotone>
          </a:blip>
          <a:srcRect l="-1" r="-4128" b="33406"/>
          <a:stretch/>
        </p:blipFill>
        <p:spPr>
          <a:xfrm>
            <a:off x="461223" y="3807798"/>
            <a:ext cx="4859924" cy="3050202"/>
          </a:xfrm>
          <a:prstGeom prst="rect">
            <a:avLst/>
          </a:prstGeom>
        </p:spPr>
      </p:pic>
      <p:pic>
        <p:nvPicPr>
          <p:cNvPr id="11" name="図 10" descr="図形  中程度の精度で自動的に生成された説明">
            <a:extLst>
              <a:ext uri="{FF2B5EF4-FFF2-40B4-BE49-F238E27FC236}">
                <a16:creationId xmlns:a16="http://schemas.microsoft.com/office/drawing/2014/main" id="{CC09ABB4-B9AE-6975-A1D8-F9BC6F3DB66A}"/>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9883576" y="225385"/>
            <a:ext cx="1921676" cy="454955"/>
          </a:xfrm>
          <a:prstGeom prst="rect">
            <a:avLst/>
          </a:prstGeom>
        </p:spPr>
      </p:pic>
      <p:sp>
        <p:nvSpPr>
          <p:cNvPr id="9" name="正方形/長方形 8">
            <a:extLst>
              <a:ext uri="{FF2B5EF4-FFF2-40B4-BE49-F238E27FC236}">
                <a16:creationId xmlns:a16="http://schemas.microsoft.com/office/drawing/2014/main" id="{F760C600-6B59-ED8E-4316-D7FC265AE98B}"/>
              </a:ext>
            </a:extLst>
          </p:cNvPr>
          <p:cNvSpPr/>
          <p:nvPr userDrawn="1"/>
        </p:nvSpPr>
        <p:spPr>
          <a:xfrm>
            <a:off x="0" y="0"/>
            <a:ext cx="321469" cy="6858000"/>
          </a:xfrm>
          <a:prstGeom prst="rect">
            <a:avLst/>
          </a:prstGeom>
          <a:solidFill>
            <a:srgbClr val="0040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5C7410A8-DE97-BEE1-8718-526A0CE5DAEE}"/>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75000"/>
                  </a:schemeClr>
                </a:solidFill>
                <a:latin typeface="游ゴシック" panose="020B0400000000000000" pitchFamily="50" charset="-128"/>
                <a:ea typeface="游ゴシック" panose="020B0400000000000000" pitchFamily="50" charset="-128"/>
              </a:rPr>
              <a:t>©︎2025 VeriServe Corp.  </a:t>
            </a:r>
            <a:endParaRPr kumimoji="1" lang="ja-JP" altLang="en-US" sz="800">
              <a:solidFill>
                <a:schemeClr val="bg1">
                  <a:lumMod val="75000"/>
                </a:schemeClr>
              </a:solidFill>
              <a:latin typeface="游ゴシック" panose="020B0400000000000000" pitchFamily="50" charset="-128"/>
              <a:ea typeface="游ゴシック" panose="020B0400000000000000" pitchFamily="50" charset="-128"/>
            </a:endParaRPr>
          </a:p>
        </p:txBody>
      </p:sp>
      <p:pic>
        <p:nvPicPr>
          <p:cNvPr id="23" name="図 22" descr="図形  中程度の精度で自動的に生成された説明">
            <a:extLst>
              <a:ext uri="{FF2B5EF4-FFF2-40B4-BE49-F238E27FC236}">
                <a16:creationId xmlns:a16="http://schemas.microsoft.com/office/drawing/2014/main" id="{50C11FDA-DC83-111D-8726-7017F201DF8F}"/>
              </a:ext>
            </a:extLst>
          </p:cNvPr>
          <p:cNvPicPr>
            <a:picLocks noChangeAspect="1"/>
          </p:cNvPicPr>
          <p:nvPr userDrawn="1"/>
        </p:nvPicPr>
        <p:blipFill>
          <a:blip r:embed="rId5"/>
          <a:stretch>
            <a:fillRect/>
          </a:stretch>
        </p:blipFill>
        <p:spPr>
          <a:xfrm>
            <a:off x="9825822" y="239931"/>
            <a:ext cx="1921677" cy="454955"/>
          </a:xfrm>
          <a:prstGeom prst="rect">
            <a:avLst/>
          </a:prstGeom>
        </p:spPr>
      </p:pic>
      <p:sp>
        <p:nvSpPr>
          <p:cNvPr id="3" name="コンテンツ プレースホルダー 6">
            <a:extLst>
              <a:ext uri="{FF2B5EF4-FFF2-40B4-BE49-F238E27FC236}">
                <a16:creationId xmlns:a16="http://schemas.microsoft.com/office/drawing/2014/main" id="{009C4A08-A6B3-C080-1EB0-2C68C1B0FBB5}"/>
              </a:ext>
            </a:extLst>
          </p:cNvPr>
          <p:cNvSpPr>
            <a:spLocks noGrp="1"/>
          </p:cNvSpPr>
          <p:nvPr>
            <p:ph sz="quarter" idx="13" hasCustomPrompt="1"/>
          </p:nvPr>
        </p:nvSpPr>
        <p:spPr>
          <a:xfrm>
            <a:off x="1285626" y="558140"/>
            <a:ext cx="3389892" cy="856592"/>
          </a:xfrm>
        </p:spPr>
        <p:txBody>
          <a:bodyPr>
            <a:normAutofit/>
          </a:bodyPr>
          <a:lstStyle>
            <a:lvl1pPr marL="0" indent="0">
              <a:buNone/>
              <a:defRPr sz="2000">
                <a:solidFill>
                  <a:srgbClr val="004098"/>
                </a:solidFill>
              </a:defRPr>
            </a:lvl1pPr>
          </a:lstStyle>
          <a:p>
            <a:pPr lvl="0"/>
            <a:r>
              <a:rPr kumimoji="1" lang="ja-JP" altLang="en-US"/>
              <a:t>宛先</a:t>
            </a:r>
          </a:p>
        </p:txBody>
      </p:sp>
      <p:sp>
        <p:nvSpPr>
          <p:cNvPr id="16" name="コンテンツ プレースホルダー 6">
            <a:extLst>
              <a:ext uri="{FF2B5EF4-FFF2-40B4-BE49-F238E27FC236}">
                <a16:creationId xmlns:a16="http://schemas.microsoft.com/office/drawing/2014/main" id="{98548E55-2225-118F-52CF-ABF9DE180829}"/>
              </a:ext>
            </a:extLst>
          </p:cNvPr>
          <p:cNvSpPr>
            <a:spLocks noGrp="1"/>
          </p:cNvSpPr>
          <p:nvPr>
            <p:ph sz="quarter" idx="14" hasCustomPrompt="1"/>
          </p:nvPr>
        </p:nvSpPr>
        <p:spPr>
          <a:xfrm>
            <a:off x="6096000" y="4344941"/>
            <a:ext cx="3570288" cy="1349569"/>
          </a:xfrm>
        </p:spPr>
        <p:txBody>
          <a:bodyPr>
            <a:normAutofit/>
          </a:bodyPr>
          <a:lstStyle>
            <a:lvl1pPr marL="0" indent="0">
              <a:buNone/>
              <a:defRPr sz="1600">
                <a:solidFill>
                  <a:srgbClr val="004098"/>
                </a:solidFill>
              </a:defRPr>
            </a:lvl1pPr>
          </a:lstStyle>
          <a:p>
            <a:pPr lvl="0"/>
            <a:r>
              <a:rPr kumimoji="1" lang="ja-JP" altLang="en-US"/>
              <a:t>株式会社ベリサーブ</a:t>
            </a:r>
            <a:endParaRPr kumimoji="1" lang="en-US" altLang="ja-JP"/>
          </a:p>
          <a:p>
            <a:pPr lvl="0"/>
            <a:r>
              <a:rPr kumimoji="1" lang="ja-JP" altLang="en-US"/>
              <a:t>部署</a:t>
            </a:r>
            <a:endParaRPr kumimoji="1" lang="en-US" altLang="ja-JP"/>
          </a:p>
          <a:p>
            <a:pPr lvl="0"/>
            <a:r>
              <a:rPr kumimoji="1" lang="ja-JP" altLang="en-US"/>
              <a:t>名前</a:t>
            </a:r>
          </a:p>
        </p:txBody>
      </p:sp>
      <p:sp>
        <p:nvSpPr>
          <p:cNvPr id="17" name="コンテンツ プレースホルダー 6">
            <a:extLst>
              <a:ext uri="{FF2B5EF4-FFF2-40B4-BE49-F238E27FC236}">
                <a16:creationId xmlns:a16="http://schemas.microsoft.com/office/drawing/2014/main" id="{3E601EF6-827B-2737-9DC9-A5311842E91C}"/>
              </a:ext>
            </a:extLst>
          </p:cNvPr>
          <p:cNvSpPr>
            <a:spLocks noGrp="1"/>
          </p:cNvSpPr>
          <p:nvPr>
            <p:ph sz="quarter" idx="15" hasCustomPrompt="1"/>
          </p:nvPr>
        </p:nvSpPr>
        <p:spPr>
          <a:xfrm>
            <a:off x="6096000" y="5858632"/>
            <a:ext cx="3570288" cy="430026"/>
          </a:xfrm>
        </p:spPr>
        <p:txBody>
          <a:bodyPr>
            <a:normAutofit/>
          </a:bodyPr>
          <a:lstStyle>
            <a:lvl1pPr marL="0" indent="0">
              <a:buNone/>
              <a:defRPr sz="1600">
                <a:solidFill>
                  <a:srgbClr val="004098"/>
                </a:solidFill>
              </a:defRPr>
            </a:lvl1pPr>
          </a:lstStyle>
          <a:p>
            <a:pPr lvl="0"/>
            <a:r>
              <a:rPr kumimoji="1" lang="en-US" altLang="ja-JP"/>
              <a:t>2025</a:t>
            </a:r>
            <a:r>
              <a:rPr kumimoji="1" lang="ja-JP" altLang="en-US"/>
              <a:t>年</a:t>
            </a:r>
            <a:r>
              <a:rPr kumimoji="1" lang="en-US" altLang="ja-JP"/>
              <a:t>X</a:t>
            </a:r>
            <a:r>
              <a:rPr kumimoji="1" lang="ja-JP" altLang="en-US"/>
              <a:t>月</a:t>
            </a:r>
            <a:r>
              <a:rPr kumimoji="1" lang="en-US" altLang="ja-JP"/>
              <a:t>X</a:t>
            </a:r>
            <a:r>
              <a:rPr kumimoji="1" lang="ja-JP" altLang="en-US"/>
              <a:t>日</a:t>
            </a:r>
            <a:endParaRPr kumimoji="1" lang="en-US" altLang="ja-JP"/>
          </a:p>
        </p:txBody>
      </p:sp>
      <p:sp>
        <p:nvSpPr>
          <p:cNvPr id="7" name="字幕 2">
            <a:extLst>
              <a:ext uri="{FF2B5EF4-FFF2-40B4-BE49-F238E27FC236}">
                <a16:creationId xmlns:a16="http://schemas.microsoft.com/office/drawing/2014/main" id="{87877D93-2752-249F-C641-BF727EA94E46}"/>
              </a:ext>
            </a:extLst>
          </p:cNvPr>
          <p:cNvSpPr>
            <a:spLocks noGrp="1"/>
          </p:cNvSpPr>
          <p:nvPr>
            <p:ph type="subTitle" idx="1"/>
          </p:nvPr>
        </p:nvSpPr>
        <p:spPr>
          <a:xfrm>
            <a:off x="6096000" y="3725865"/>
            <a:ext cx="5765321" cy="454955"/>
          </a:xfrm>
        </p:spPr>
        <p:txBody>
          <a:bodyPr>
            <a:noAutofit/>
          </a:bodyPr>
          <a:lstStyle>
            <a:lvl1pPr marL="0" indent="0" algn="l">
              <a:lnSpc>
                <a:spcPct val="130000"/>
              </a:lnSpc>
              <a:buNone/>
              <a:defRPr sz="2000">
                <a:solidFill>
                  <a:srgbClr val="004098"/>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10" name="テキスト ボックス 9">
            <a:extLst>
              <a:ext uri="{FF2B5EF4-FFF2-40B4-BE49-F238E27FC236}">
                <a16:creationId xmlns:a16="http://schemas.microsoft.com/office/drawing/2014/main" id="{E2FEF7A5-EE8C-23F0-4B07-24E99B1D211B}"/>
              </a:ext>
            </a:extLst>
          </p:cNvPr>
          <p:cNvSpPr txBox="1"/>
          <p:nvPr userDrawn="1"/>
        </p:nvSpPr>
        <p:spPr>
          <a:xfrm>
            <a:off x="8851" y="2869064"/>
            <a:ext cx="307777" cy="3284848"/>
          </a:xfrm>
          <a:prstGeom prst="rect">
            <a:avLst/>
          </a:prstGeom>
          <a:noFill/>
        </p:spPr>
        <p:txBody>
          <a:bodyPr vert="eaVert" wrap="square">
            <a:spAutoFit/>
          </a:bodyPr>
          <a:lstStyle/>
          <a:p>
            <a:pPr lvl="0"/>
            <a:r>
              <a:rPr kumimoji="1" lang="ja-JP" altLang="en-US" sz="800">
                <a:solidFill>
                  <a:schemeClr val="bg1">
                    <a:lumMod val="75000"/>
                  </a:schemeClr>
                </a:solidFill>
                <a:latin typeface="+mn-ea"/>
                <a:ea typeface="+mn-ea"/>
              </a:rPr>
              <a:t>会社名・商品名・サ−ビス名は各社の登録商標 </a:t>
            </a:r>
            <a:r>
              <a:rPr kumimoji="1" lang="ja-JP" altLang="en-US" sz="800" b="0">
                <a:solidFill>
                  <a:schemeClr val="bg1">
                    <a:lumMod val="75000"/>
                  </a:schemeClr>
                </a:solidFill>
                <a:latin typeface="HGP明朝B" panose="02020800000000000000" pitchFamily="18" charset="-128"/>
                <a:ea typeface="HGP明朝B" panose="02020800000000000000" pitchFamily="18" charset="-128"/>
              </a:rPr>
              <a:t>、</a:t>
            </a:r>
            <a:r>
              <a:rPr kumimoji="1" lang="ja-JP" altLang="en-US" sz="800">
                <a:solidFill>
                  <a:schemeClr val="bg1">
                    <a:lumMod val="75000"/>
                  </a:schemeClr>
                </a:solidFill>
                <a:latin typeface="+mn-ea"/>
                <a:ea typeface="+mn-ea"/>
              </a:rPr>
              <a:t>または商標です</a:t>
            </a:r>
          </a:p>
        </p:txBody>
      </p:sp>
    </p:spTree>
    <p:extLst>
      <p:ext uri="{BB962C8B-B14F-4D97-AF65-F5344CB8AC3E}">
        <p14:creationId xmlns:p14="http://schemas.microsoft.com/office/powerpoint/2010/main" val="1680326831"/>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青_中表紙">
    <p:bg>
      <p:bgPr>
        <a:solidFill>
          <a:srgbClr val="004098"/>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D26D2627-8727-0A9A-F544-81170F958B60}"/>
              </a:ext>
            </a:extLst>
          </p:cNvPr>
          <p:cNvSpPr/>
          <p:nvPr userDrawn="1"/>
        </p:nvSpPr>
        <p:spPr>
          <a:xfrm>
            <a:off x="0" y="0"/>
            <a:ext cx="321469"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7C97BCB5-80FA-7527-5748-D0F86B2DF5C7}"/>
              </a:ext>
            </a:extLst>
          </p:cNvPr>
          <p:cNvSpPr>
            <a:spLocks noGrp="1"/>
          </p:cNvSpPr>
          <p:nvPr>
            <p:ph type="title"/>
          </p:nvPr>
        </p:nvSpPr>
        <p:spPr>
          <a:xfrm>
            <a:off x="803275" y="1338965"/>
            <a:ext cx="10837863" cy="2219856"/>
          </a:xfrm>
        </p:spPr>
        <p:txBody>
          <a:bodyPr anchor="b">
            <a:normAutofit/>
          </a:bodyPr>
          <a:lstStyle>
            <a:lvl1pPr algn="ctr">
              <a:defRPr sz="4800" b="1" i="0" spc="300">
                <a:solidFill>
                  <a:schemeClr val="bg1"/>
                </a:solidFill>
                <a:latin typeface="+mj-ea"/>
                <a:ea typeface="+mj-ea"/>
                <a:cs typeface="Arial" panose="020B0604020202020204" pitchFamily="34" charset="0"/>
              </a:defRPr>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62A21C8-3FBE-463C-23A2-BFE0F31AE82F}"/>
              </a:ext>
            </a:extLst>
          </p:cNvPr>
          <p:cNvSpPr>
            <a:spLocks noGrp="1"/>
          </p:cNvSpPr>
          <p:nvPr>
            <p:ph type="body" idx="1"/>
          </p:nvPr>
        </p:nvSpPr>
        <p:spPr>
          <a:xfrm>
            <a:off x="803275" y="4218689"/>
            <a:ext cx="10837863" cy="1500187"/>
          </a:xfrm>
        </p:spPr>
        <p:txBody>
          <a:bodyPr/>
          <a:lstStyle>
            <a:lvl1pPr marL="0" indent="0" algn="ctr">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2754C15-70A2-D7F9-BBF0-B38F819BF1B5}"/>
              </a:ext>
            </a:extLst>
          </p:cNvPr>
          <p:cNvSpPr>
            <a:spLocks noGrp="1"/>
          </p:cNvSpPr>
          <p:nvPr>
            <p:ph type="dt" sz="half" idx="10"/>
          </p:nvPr>
        </p:nvSpPr>
        <p:spPr/>
        <p:txBody>
          <a:bodyPr/>
          <a:lstStyle/>
          <a:p>
            <a:fld id="{F82B9B99-552D-684E-BB34-46E98F430A1F}" type="datetime1">
              <a:rPr kumimoji="1" lang="ja-JP" altLang="en-US" smtClean="0"/>
              <a:t>2026/5/22</a:t>
            </a:fld>
            <a:endParaRPr kumimoji="1" lang="ja-JP" altLang="en-US"/>
          </a:p>
        </p:txBody>
      </p:sp>
      <p:sp>
        <p:nvSpPr>
          <p:cNvPr id="5" name="フッター プレースホルダー 4">
            <a:extLst>
              <a:ext uri="{FF2B5EF4-FFF2-40B4-BE49-F238E27FC236}">
                <a16:creationId xmlns:a16="http://schemas.microsoft.com/office/drawing/2014/main" id="{E3D13EC8-8E92-1461-1A04-224E10FE5EED}"/>
              </a:ext>
            </a:extLst>
          </p:cNvPr>
          <p:cNvSpPr>
            <a:spLocks noGrp="1"/>
          </p:cNvSpPr>
          <p:nvPr>
            <p:ph type="ftr" sz="quarter" idx="11"/>
          </p:nvPr>
        </p:nvSpPr>
        <p:spPr/>
        <p:txBody>
          <a:bodyPr/>
          <a:lstStyle/>
          <a:p>
            <a:endParaRPr kumimoji="1" lang="ja-JP" altLang="en-US"/>
          </a:p>
        </p:txBody>
      </p:sp>
      <p:sp>
        <p:nvSpPr>
          <p:cNvPr id="10" name="テキスト ボックス 9">
            <a:extLst>
              <a:ext uri="{FF2B5EF4-FFF2-40B4-BE49-F238E27FC236}">
                <a16:creationId xmlns:a16="http://schemas.microsoft.com/office/drawing/2014/main" id="{2287CC6D-2B09-B40D-9430-0A0AF477EC0E}"/>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50000"/>
                  </a:schemeClr>
                </a:solidFill>
                <a:latin typeface="游ゴシック" panose="020B0400000000000000" pitchFamily="50" charset="-128"/>
                <a:ea typeface="游ゴシック" panose="020B0400000000000000" pitchFamily="50" charset="-128"/>
              </a:rPr>
              <a:t>©︎2025 VeriServe Corp.  </a:t>
            </a:r>
            <a:endParaRPr kumimoji="1" lang="ja-JP" altLang="en-US" sz="800">
              <a:solidFill>
                <a:schemeClr val="bg1">
                  <a:lumMod val="50000"/>
                </a:schemeClr>
              </a:solidFill>
              <a:latin typeface="游ゴシック" panose="020B0400000000000000" pitchFamily="50" charset="-128"/>
              <a:ea typeface="游ゴシック" panose="020B0400000000000000" pitchFamily="50" charset="-128"/>
            </a:endParaRPr>
          </a:p>
        </p:txBody>
      </p:sp>
      <p:cxnSp>
        <p:nvCxnSpPr>
          <p:cNvPr id="14" name="直線コネクタ 13">
            <a:extLst>
              <a:ext uri="{FF2B5EF4-FFF2-40B4-BE49-F238E27FC236}">
                <a16:creationId xmlns:a16="http://schemas.microsoft.com/office/drawing/2014/main" id="{A8DE8DFA-93C8-A881-AADC-ED32F53BFBB9}"/>
              </a:ext>
            </a:extLst>
          </p:cNvPr>
          <p:cNvCxnSpPr>
            <a:cxnSpLocks/>
          </p:cNvCxnSpPr>
          <p:nvPr userDrawn="1"/>
        </p:nvCxnSpPr>
        <p:spPr>
          <a:xfrm>
            <a:off x="2259806" y="3793069"/>
            <a:ext cx="79248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7C593521-C2AA-9664-3C91-F1B870E69EA7}"/>
              </a:ext>
            </a:extLst>
          </p:cNvPr>
          <p:cNvSpPr txBox="1"/>
          <p:nvPr userDrawn="1"/>
        </p:nvSpPr>
        <p:spPr>
          <a:xfrm>
            <a:off x="13875" y="6469541"/>
            <a:ext cx="294953" cy="184666"/>
          </a:xfrm>
          <a:prstGeom prst="rect">
            <a:avLst/>
          </a:prstGeom>
          <a:noFill/>
        </p:spPr>
        <p:txBody>
          <a:bodyPr wrap="none" lIns="0" tIns="0" rIns="0" bIns="0" rtlCol="0">
            <a:spAutoFit/>
          </a:bodyPr>
          <a:lstStyle/>
          <a:p>
            <a:pPr algn="ctr"/>
            <a:fld id="{6BB6987E-DEA3-4B61-8C0A-028B33D0CFA7}" type="slidenum">
              <a:rPr kumimoji="1" lang="ja-JP" altLang="en-US" sz="1200" b="0" i="0" u="none" strike="noStrike" kern="1200" cap="none" spc="0" normalizeH="0" baseline="0" noProof="0" smtClean="0">
                <a:ln>
                  <a:noFill/>
                </a:ln>
                <a:solidFill>
                  <a:schemeClr val="bg1">
                    <a:lumMod val="50000"/>
                  </a:schemeClr>
                </a:solidFill>
                <a:effectLst/>
                <a:uLnTx/>
                <a:uFillTx/>
                <a:latin typeface="+mn-ea"/>
                <a:ea typeface="+mn-ea"/>
                <a:cs typeface="+mn-cs"/>
              </a:rPr>
              <a:pPr algn="ctr"/>
              <a:t>‹#›</a:t>
            </a:fld>
            <a:endParaRPr kumimoji="1" lang="ja-JP" altLang="en-US" sz="3200">
              <a:solidFill>
                <a:schemeClr val="bg1">
                  <a:lumMod val="50000"/>
                </a:schemeClr>
              </a:solidFill>
              <a:latin typeface="+mn-ea"/>
              <a:ea typeface="+mn-ea"/>
            </a:endParaRPr>
          </a:p>
        </p:txBody>
      </p:sp>
      <p:pic>
        <p:nvPicPr>
          <p:cNvPr id="8" name="図 7" descr="図形  中程度の精度で自動的に生成された説明">
            <a:extLst>
              <a:ext uri="{FF2B5EF4-FFF2-40B4-BE49-F238E27FC236}">
                <a16:creationId xmlns:a16="http://schemas.microsoft.com/office/drawing/2014/main" id="{CECD52A4-3FE0-77F4-3408-D8FC0075478E}"/>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10712547" y="6432378"/>
            <a:ext cx="1125241" cy="266400"/>
          </a:xfrm>
          <a:prstGeom prst="rect">
            <a:avLst/>
          </a:prstGeom>
        </p:spPr>
      </p:pic>
      <p:sp>
        <p:nvSpPr>
          <p:cNvPr id="13" name="テキスト ボックス 12">
            <a:extLst>
              <a:ext uri="{FF2B5EF4-FFF2-40B4-BE49-F238E27FC236}">
                <a16:creationId xmlns:a16="http://schemas.microsoft.com/office/drawing/2014/main" id="{31C99B17-6AF5-D7CA-14D1-439C2136D61E}"/>
              </a:ext>
            </a:extLst>
          </p:cNvPr>
          <p:cNvSpPr txBox="1"/>
          <p:nvPr userDrawn="1"/>
        </p:nvSpPr>
        <p:spPr>
          <a:xfrm>
            <a:off x="8851" y="2869064"/>
            <a:ext cx="307777" cy="3284848"/>
          </a:xfrm>
          <a:prstGeom prst="rect">
            <a:avLst/>
          </a:prstGeom>
          <a:noFill/>
        </p:spPr>
        <p:txBody>
          <a:bodyPr vert="eaVert" wrap="square">
            <a:spAutoFit/>
          </a:bodyPr>
          <a:lstStyle/>
          <a:p>
            <a:pPr lvl="0"/>
            <a:r>
              <a:rPr kumimoji="1" lang="ja-JP" altLang="en-US" sz="800">
                <a:solidFill>
                  <a:schemeClr val="bg1">
                    <a:lumMod val="50000"/>
                  </a:schemeClr>
                </a:solidFill>
                <a:latin typeface="+mn-ea"/>
                <a:ea typeface="+mn-ea"/>
              </a:rPr>
              <a:t>会社名・商品名・サ−ビス名は各社の登録商標 </a:t>
            </a:r>
            <a:r>
              <a:rPr kumimoji="1" lang="ja-JP" altLang="en-US" sz="800" b="0">
                <a:solidFill>
                  <a:schemeClr val="bg1">
                    <a:lumMod val="50000"/>
                  </a:schemeClr>
                </a:solidFill>
                <a:latin typeface="HGP明朝B" panose="02020800000000000000" pitchFamily="18" charset="-128"/>
                <a:ea typeface="HGP明朝B" panose="02020800000000000000" pitchFamily="18" charset="-128"/>
              </a:rPr>
              <a:t>、</a:t>
            </a:r>
            <a:r>
              <a:rPr kumimoji="1" lang="ja-JP" altLang="en-US" sz="800">
                <a:solidFill>
                  <a:schemeClr val="bg1">
                    <a:lumMod val="50000"/>
                  </a:schemeClr>
                </a:solidFill>
                <a:latin typeface="+mn-ea"/>
                <a:ea typeface="+mn-ea"/>
              </a:rPr>
              <a:t>または商標です</a:t>
            </a:r>
          </a:p>
        </p:txBody>
      </p:sp>
    </p:spTree>
    <p:extLst>
      <p:ext uri="{BB962C8B-B14F-4D97-AF65-F5344CB8AC3E}">
        <p14:creationId xmlns:p14="http://schemas.microsoft.com/office/powerpoint/2010/main" val="3011076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白_中表紙">
    <p:bg>
      <p:bgRef idx="1001">
        <a:schemeClr val="bg1"/>
      </p:bgRef>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97BCB5-80FA-7527-5748-D0F86B2DF5C7}"/>
              </a:ext>
            </a:extLst>
          </p:cNvPr>
          <p:cNvSpPr>
            <a:spLocks noGrp="1"/>
          </p:cNvSpPr>
          <p:nvPr>
            <p:ph type="title"/>
          </p:nvPr>
        </p:nvSpPr>
        <p:spPr>
          <a:xfrm>
            <a:off x="803275" y="1338965"/>
            <a:ext cx="10837863" cy="2219856"/>
          </a:xfrm>
        </p:spPr>
        <p:txBody>
          <a:bodyPr anchor="b">
            <a:normAutofit/>
          </a:bodyPr>
          <a:lstStyle>
            <a:lvl1pPr algn="ctr">
              <a:defRPr sz="4800" b="1" i="0" spc="300">
                <a:solidFill>
                  <a:srgbClr val="004098"/>
                </a:solidFill>
                <a:latin typeface="+mj-ea"/>
                <a:ea typeface="+mj-ea"/>
                <a:cs typeface="Arial" panose="020B0604020202020204" pitchFamily="34" charset="0"/>
              </a:defRPr>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62A21C8-3FBE-463C-23A2-BFE0F31AE82F}"/>
              </a:ext>
            </a:extLst>
          </p:cNvPr>
          <p:cNvSpPr>
            <a:spLocks noGrp="1"/>
          </p:cNvSpPr>
          <p:nvPr>
            <p:ph type="body" idx="1"/>
          </p:nvPr>
        </p:nvSpPr>
        <p:spPr>
          <a:xfrm>
            <a:off x="803275" y="4218689"/>
            <a:ext cx="10837863" cy="1500187"/>
          </a:xfrm>
        </p:spPr>
        <p:txBody>
          <a:bodyPr/>
          <a:lstStyle>
            <a:lvl1pPr marL="0" indent="0" algn="ctr">
              <a:buNone/>
              <a:defRPr sz="2400">
                <a:solidFill>
                  <a:srgbClr val="004098"/>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2754C15-70A2-D7F9-BBF0-B38F819BF1B5}"/>
              </a:ext>
            </a:extLst>
          </p:cNvPr>
          <p:cNvSpPr>
            <a:spLocks noGrp="1"/>
          </p:cNvSpPr>
          <p:nvPr>
            <p:ph type="dt" sz="half" idx="10"/>
          </p:nvPr>
        </p:nvSpPr>
        <p:spPr/>
        <p:txBody>
          <a:bodyPr/>
          <a:lstStyle/>
          <a:p>
            <a:fld id="{F82B9B99-552D-684E-BB34-46E98F430A1F}" type="datetime1">
              <a:rPr kumimoji="1" lang="ja-JP" altLang="en-US" smtClean="0"/>
              <a:t>2026/5/22</a:t>
            </a:fld>
            <a:endParaRPr kumimoji="1" lang="ja-JP" altLang="en-US"/>
          </a:p>
        </p:txBody>
      </p:sp>
      <p:sp>
        <p:nvSpPr>
          <p:cNvPr id="5" name="フッター プレースホルダー 4">
            <a:extLst>
              <a:ext uri="{FF2B5EF4-FFF2-40B4-BE49-F238E27FC236}">
                <a16:creationId xmlns:a16="http://schemas.microsoft.com/office/drawing/2014/main" id="{E3D13EC8-8E92-1461-1A04-224E10FE5EED}"/>
              </a:ext>
            </a:extLst>
          </p:cNvPr>
          <p:cNvSpPr>
            <a:spLocks noGrp="1"/>
          </p:cNvSpPr>
          <p:nvPr>
            <p:ph type="ftr" sz="quarter" idx="11"/>
          </p:nvPr>
        </p:nvSpPr>
        <p:spPr/>
        <p:txBody>
          <a:bodyPr/>
          <a:lstStyle/>
          <a:p>
            <a:endParaRPr kumimoji="1" lang="ja-JP" altLang="en-US"/>
          </a:p>
        </p:txBody>
      </p:sp>
      <p:cxnSp>
        <p:nvCxnSpPr>
          <p:cNvPr id="14" name="直線コネクタ 13">
            <a:extLst>
              <a:ext uri="{FF2B5EF4-FFF2-40B4-BE49-F238E27FC236}">
                <a16:creationId xmlns:a16="http://schemas.microsoft.com/office/drawing/2014/main" id="{A8DE8DFA-93C8-A881-AADC-ED32F53BFBB9}"/>
              </a:ext>
            </a:extLst>
          </p:cNvPr>
          <p:cNvCxnSpPr>
            <a:cxnSpLocks/>
          </p:cNvCxnSpPr>
          <p:nvPr userDrawn="1"/>
        </p:nvCxnSpPr>
        <p:spPr>
          <a:xfrm>
            <a:off x="2389632" y="3793069"/>
            <a:ext cx="79248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7" name="図 16" descr="挿絵 が含まれている画像  自動的に生成された説明">
            <a:extLst>
              <a:ext uri="{FF2B5EF4-FFF2-40B4-BE49-F238E27FC236}">
                <a16:creationId xmlns:a16="http://schemas.microsoft.com/office/drawing/2014/main" id="{5745E813-90D0-E4CA-182F-10B328FBD961}"/>
              </a:ext>
            </a:extLst>
          </p:cNvPr>
          <p:cNvPicPr>
            <a:picLocks noChangeAspect="1"/>
          </p:cNvPicPr>
          <p:nvPr userDrawn="1"/>
        </p:nvPicPr>
        <p:blipFill>
          <a:blip r:embed="rId2"/>
          <a:stretch>
            <a:fillRect/>
          </a:stretch>
        </p:blipFill>
        <p:spPr>
          <a:xfrm>
            <a:off x="10680191" y="378199"/>
            <a:ext cx="1161173" cy="183688"/>
          </a:xfrm>
          <a:prstGeom prst="rect">
            <a:avLst/>
          </a:prstGeom>
        </p:spPr>
      </p:pic>
      <p:sp>
        <p:nvSpPr>
          <p:cNvPr id="8" name="正方形/長方形 7">
            <a:extLst>
              <a:ext uri="{FF2B5EF4-FFF2-40B4-BE49-F238E27FC236}">
                <a16:creationId xmlns:a16="http://schemas.microsoft.com/office/drawing/2014/main" id="{835F81BF-44CC-D467-79B5-463379CCCBF3}"/>
              </a:ext>
            </a:extLst>
          </p:cNvPr>
          <p:cNvSpPr/>
          <p:nvPr userDrawn="1"/>
        </p:nvSpPr>
        <p:spPr>
          <a:xfrm>
            <a:off x="0" y="0"/>
            <a:ext cx="321469" cy="6858000"/>
          </a:xfrm>
          <a:prstGeom prst="rect">
            <a:avLst/>
          </a:prstGeom>
          <a:solidFill>
            <a:srgbClr val="0040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00155EF2-B505-01B2-C87F-397D29CE5E2B}"/>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75000"/>
                  </a:schemeClr>
                </a:solidFill>
                <a:latin typeface="+mn-lt"/>
                <a:ea typeface="游ゴシック" panose="020B0400000000000000" pitchFamily="50" charset="-128"/>
              </a:rPr>
              <a:t>©︎2025 VeriServe Corp.  </a:t>
            </a:r>
            <a:endParaRPr kumimoji="1" lang="ja-JP" altLang="en-US" sz="800">
              <a:solidFill>
                <a:schemeClr val="bg1">
                  <a:lumMod val="75000"/>
                </a:schemeClr>
              </a:solidFill>
              <a:latin typeface="+mn-lt"/>
              <a:ea typeface="游ゴシック" panose="020B0400000000000000" pitchFamily="50" charset="-128"/>
            </a:endParaRPr>
          </a:p>
        </p:txBody>
      </p:sp>
      <p:cxnSp>
        <p:nvCxnSpPr>
          <p:cNvPr id="7" name="直線コネクタ 6">
            <a:extLst>
              <a:ext uri="{FF2B5EF4-FFF2-40B4-BE49-F238E27FC236}">
                <a16:creationId xmlns:a16="http://schemas.microsoft.com/office/drawing/2014/main" id="{D8F72D15-91C1-1141-B298-73EB412CDE7F}"/>
              </a:ext>
            </a:extLst>
          </p:cNvPr>
          <p:cNvCxnSpPr>
            <a:cxnSpLocks/>
          </p:cNvCxnSpPr>
          <p:nvPr userDrawn="1"/>
        </p:nvCxnSpPr>
        <p:spPr>
          <a:xfrm>
            <a:off x="2259806" y="3789000"/>
            <a:ext cx="79248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A08A9C97-6DDF-B25F-661D-98D3C9A787C1}"/>
              </a:ext>
            </a:extLst>
          </p:cNvPr>
          <p:cNvSpPr txBox="1"/>
          <p:nvPr userDrawn="1"/>
        </p:nvSpPr>
        <p:spPr>
          <a:xfrm>
            <a:off x="13875" y="6469541"/>
            <a:ext cx="294953" cy="184666"/>
          </a:xfrm>
          <a:prstGeom prst="rect">
            <a:avLst/>
          </a:prstGeom>
          <a:noFill/>
        </p:spPr>
        <p:txBody>
          <a:bodyPr wrap="none" lIns="0" tIns="0" rIns="0" bIns="0" rtlCol="0">
            <a:spAutoFit/>
          </a:bodyPr>
          <a:lstStyle/>
          <a:p>
            <a:pPr algn="ctr"/>
            <a:fld id="{6BB6987E-DEA3-4B61-8C0A-028B33D0CFA7}" type="slidenum">
              <a:rPr kumimoji="1" lang="ja-JP" altLang="en-US" sz="1200" b="0" i="0" u="none" strike="noStrike" kern="1200" cap="none" spc="0" normalizeH="0" baseline="0" noProof="0" smtClean="0">
                <a:ln>
                  <a:noFill/>
                </a:ln>
                <a:solidFill>
                  <a:schemeClr val="bg1"/>
                </a:solidFill>
                <a:effectLst/>
                <a:uLnTx/>
                <a:uFillTx/>
                <a:latin typeface="+mn-ea"/>
                <a:ea typeface="+mn-ea"/>
                <a:cs typeface="+mn-cs"/>
              </a:rPr>
              <a:pPr algn="ctr"/>
              <a:t>‹#›</a:t>
            </a:fld>
            <a:endParaRPr kumimoji="1" lang="ja-JP" altLang="en-US" sz="3200">
              <a:solidFill>
                <a:schemeClr val="bg1"/>
              </a:solidFill>
              <a:latin typeface="+mn-ea"/>
              <a:ea typeface="+mn-ea"/>
            </a:endParaRPr>
          </a:p>
        </p:txBody>
      </p:sp>
      <p:pic>
        <p:nvPicPr>
          <p:cNvPr id="9" name="図 8" descr="図形  中程度の精度で自動的に生成された説明">
            <a:extLst>
              <a:ext uri="{FF2B5EF4-FFF2-40B4-BE49-F238E27FC236}">
                <a16:creationId xmlns:a16="http://schemas.microsoft.com/office/drawing/2014/main" id="{784D981D-D9ED-E5A7-387C-2AC78538AF5C}"/>
              </a:ext>
            </a:extLst>
          </p:cNvPr>
          <p:cNvPicPr>
            <a:picLocks noChangeAspect="1"/>
          </p:cNvPicPr>
          <p:nvPr userDrawn="1"/>
        </p:nvPicPr>
        <p:blipFill>
          <a:blip r:embed="rId3"/>
          <a:stretch>
            <a:fillRect/>
          </a:stretch>
        </p:blipFill>
        <p:spPr>
          <a:xfrm>
            <a:off x="10714617" y="6431981"/>
            <a:ext cx="1125241" cy="266400"/>
          </a:xfrm>
          <a:prstGeom prst="rect">
            <a:avLst/>
          </a:prstGeom>
        </p:spPr>
      </p:pic>
      <p:sp>
        <p:nvSpPr>
          <p:cNvPr id="6" name="テキスト ボックス 5">
            <a:extLst>
              <a:ext uri="{FF2B5EF4-FFF2-40B4-BE49-F238E27FC236}">
                <a16:creationId xmlns:a16="http://schemas.microsoft.com/office/drawing/2014/main" id="{606631CE-0B7A-157E-964A-AF32EF807F37}"/>
              </a:ext>
            </a:extLst>
          </p:cNvPr>
          <p:cNvSpPr txBox="1"/>
          <p:nvPr userDrawn="1"/>
        </p:nvSpPr>
        <p:spPr>
          <a:xfrm>
            <a:off x="8851" y="2869064"/>
            <a:ext cx="307777" cy="3284848"/>
          </a:xfrm>
          <a:prstGeom prst="rect">
            <a:avLst/>
          </a:prstGeom>
          <a:noFill/>
        </p:spPr>
        <p:txBody>
          <a:bodyPr vert="eaVert" wrap="square">
            <a:spAutoFit/>
          </a:bodyPr>
          <a:lstStyle/>
          <a:p>
            <a:pPr lvl="0"/>
            <a:r>
              <a:rPr kumimoji="1" lang="ja-JP" altLang="en-US" sz="800">
                <a:solidFill>
                  <a:schemeClr val="bg1">
                    <a:lumMod val="75000"/>
                  </a:schemeClr>
                </a:solidFill>
                <a:latin typeface="+mn-ea"/>
                <a:ea typeface="+mn-ea"/>
              </a:rPr>
              <a:t>会社名・商品名・サ−ビス名は各社の登録商標 </a:t>
            </a:r>
            <a:r>
              <a:rPr kumimoji="1" lang="ja-JP" altLang="en-US" sz="800" b="0">
                <a:solidFill>
                  <a:schemeClr val="bg1">
                    <a:lumMod val="75000"/>
                  </a:schemeClr>
                </a:solidFill>
                <a:latin typeface="HGP明朝B" panose="02020800000000000000" pitchFamily="18" charset="-128"/>
                <a:ea typeface="HGP明朝B" panose="02020800000000000000" pitchFamily="18" charset="-128"/>
              </a:rPr>
              <a:t>、</a:t>
            </a:r>
            <a:r>
              <a:rPr kumimoji="1" lang="ja-JP" altLang="en-US" sz="800">
                <a:solidFill>
                  <a:schemeClr val="bg1">
                    <a:lumMod val="75000"/>
                  </a:schemeClr>
                </a:solidFill>
                <a:latin typeface="+mn-ea"/>
                <a:ea typeface="+mn-ea"/>
              </a:rPr>
              <a:t>または商標です</a:t>
            </a:r>
          </a:p>
        </p:txBody>
      </p:sp>
    </p:spTree>
    <p:extLst>
      <p:ext uri="{BB962C8B-B14F-4D97-AF65-F5344CB8AC3E}">
        <p14:creationId xmlns:p14="http://schemas.microsoft.com/office/powerpoint/2010/main" val="54621080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青_インデックス">
    <p:bg>
      <p:bgPr>
        <a:solidFill>
          <a:srgbClr val="004098"/>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D26D2627-8727-0A9A-F544-81170F958B60}"/>
              </a:ext>
            </a:extLst>
          </p:cNvPr>
          <p:cNvSpPr/>
          <p:nvPr userDrawn="1"/>
        </p:nvSpPr>
        <p:spPr>
          <a:xfrm>
            <a:off x="0" y="0"/>
            <a:ext cx="321469"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7C97BCB5-80FA-7527-5748-D0F86B2DF5C7}"/>
              </a:ext>
            </a:extLst>
          </p:cNvPr>
          <p:cNvSpPr>
            <a:spLocks noGrp="1"/>
          </p:cNvSpPr>
          <p:nvPr>
            <p:ph type="title"/>
          </p:nvPr>
        </p:nvSpPr>
        <p:spPr>
          <a:xfrm>
            <a:off x="1092708" y="250477"/>
            <a:ext cx="5891784" cy="555732"/>
          </a:xfrm>
        </p:spPr>
        <p:txBody>
          <a:bodyPr anchor="b">
            <a:normAutofit/>
          </a:bodyPr>
          <a:lstStyle>
            <a:lvl1pPr algn="l">
              <a:lnSpc>
                <a:spcPct val="130000"/>
              </a:lnSpc>
              <a:defRPr sz="2400" b="1" i="0" spc="300">
                <a:solidFill>
                  <a:schemeClr val="bg1"/>
                </a:solidFill>
                <a:latin typeface="+mj-ea"/>
                <a:ea typeface="+mj-ea"/>
                <a:cs typeface="Arial" panose="020B0604020202020204" pitchFamily="34" charset="0"/>
              </a:defRPr>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62A21C8-3FBE-463C-23A2-BFE0F31AE82F}"/>
              </a:ext>
            </a:extLst>
          </p:cNvPr>
          <p:cNvSpPr>
            <a:spLocks noGrp="1"/>
          </p:cNvSpPr>
          <p:nvPr>
            <p:ph type="body" idx="1"/>
          </p:nvPr>
        </p:nvSpPr>
        <p:spPr>
          <a:xfrm>
            <a:off x="3581400" y="1571559"/>
            <a:ext cx="8059738" cy="4147318"/>
          </a:xfrm>
        </p:spPr>
        <p:txBody>
          <a:bodyPr/>
          <a:lstStyle>
            <a:lvl1pPr marL="457200" indent="-457200" algn="l">
              <a:buFont typeface="+mj-lt"/>
              <a:buAutoNum type="arabicPeriod"/>
              <a:defRPr sz="2400" b="0" i="0">
                <a:solidFill>
                  <a:schemeClr val="bg1"/>
                </a:solidFill>
                <a:latin typeface="+mn-ea"/>
                <a:ea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2754C15-70A2-D7F9-BBF0-B38F819BF1B5}"/>
              </a:ext>
            </a:extLst>
          </p:cNvPr>
          <p:cNvSpPr>
            <a:spLocks noGrp="1"/>
          </p:cNvSpPr>
          <p:nvPr>
            <p:ph type="dt" sz="half" idx="10"/>
          </p:nvPr>
        </p:nvSpPr>
        <p:spPr/>
        <p:txBody>
          <a:bodyPr/>
          <a:lstStyle/>
          <a:p>
            <a:fld id="{F82B9B99-552D-684E-BB34-46E98F430A1F}" type="datetime1">
              <a:rPr kumimoji="1" lang="ja-JP" altLang="en-US" smtClean="0"/>
              <a:t>2026/5/22</a:t>
            </a:fld>
            <a:endParaRPr kumimoji="1" lang="ja-JP" altLang="en-US"/>
          </a:p>
        </p:txBody>
      </p:sp>
      <p:sp>
        <p:nvSpPr>
          <p:cNvPr id="5" name="フッター プレースホルダー 4">
            <a:extLst>
              <a:ext uri="{FF2B5EF4-FFF2-40B4-BE49-F238E27FC236}">
                <a16:creationId xmlns:a16="http://schemas.microsoft.com/office/drawing/2014/main" id="{E3D13EC8-8E92-1461-1A04-224E10FE5EED}"/>
              </a:ext>
            </a:extLst>
          </p:cNvPr>
          <p:cNvSpPr>
            <a:spLocks noGrp="1"/>
          </p:cNvSpPr>
          <p:nvPr>
            <p:ph type="ftr" sz="quarter" idx="11"/>
          </p:nvPr>
        </p:nvSpPr>
        <p:spPr/>
        <p:txBody>
          <a:bodyPr/>
          <a:lstStyle/>
          <a:p>
            <a:endParaRPr kumimoji="1" lang="ja-JP" altLang="en-US"/>
          </a:p>
        </p:txBody>
      </p:sp>
      <p:sp>
        <p:nvSpPr>
          <p:cNvPr id="10" name="テキスト ボックス 9">
            <a:extLst>
              <a:ext uri="{FF2B5EF4-FFF2-40B4-BE49-F238E27FC236}">
                <a16:creationId xmlns:a16="http://schemas.microsoft.com/office/drawing/2014/main" id="{2287CC6D-2B09-B40D-9430-0A0AF477EC0E}"/>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50000"/>
                  </a:schemeClr>
                </a:solidFill>
                <a:latin typeface="游ゴシック" panose="020B0400000000000000" pitchFamily="50" charset="-128"/>
                <a:ea typeface="游ゴシック" panose="020B0400000000000000" pitchFamily="50" charset="-128"/>
              </a:rPr>
              <a:t>©︎2025 VeriServe Corp.  </a:t>
            </a:r>
            <a:endParaRPr kumimoji="1" lang="ja-JP" altLang="en-US" sz="800">
              <a:solidFill>
                <a:schemeClr val="bg1">
                  <a:lumMod val="50000"/>
                </a:schemeClr>
              </a:solidFill>
              <a:latin typeface="游ゴシック" panose="020B0400000000000000" pitchFamily="50" charset="-128"/>
              <a:ea typeface="游ゴシック" panose="020B0400000000000000" pitchFamily="50" charset="-128"/>
            </a:endParaRPr>
          </a:p>
        </p:txBody>
      </p:sp>
      <p:cxnSp>
        <p:nvCxnSpPr>
          <p:cNvPr id="14" name="直線コネクタ 13">
            <a:extLst>
              <a:ext uri="{FF2B5EF4-FFF2-40B4-BE49-F238E27FC236}">
                <a16:creationId xmlns:a16="http://schemas.microsoft.com/office/drawing/2014/main" id="{A8DE8DFA-93C8-A881-AADC-ED32F53BFBB9}"/>
              </a:ext>
            </a:extLst>
          </p:cNvPr>
          <p:cNvCxnSpPr>
            <a:cxnSpLocks/>
          </p:cNvCxnSpPr>
          <p:nvPr userDrawn="1"/>
        </p:nvCxnSpPr>
        <p:spPr>
          <a:xfrm>
            <a:off x="3581400" y="1255923"/>
            <a:ext cx="79248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7E3384F6-5547-9F52-F34F-7078CB30A9F7}"/>
              </a:ext>
            </a:extLst>
          </p:cNvPr>
          <p:cNvSpPr txBox="1"/>
          <p:nvPr userDrawn="1"/>
        </p:nvSpPr>
        <p:spPr>
          <a:xfrm>
            <a:off x="13875" y="6469541"/>
            <a:ext cx="294953" cy="184666"/>
          </a:xfrm>
          <a:prstGeom prst="rect">
            <a:avLst/>
          </a:prstGeom>
          <a:noFill/>
        </p:spPr>
        <p:txBody>
          <a:bodyPr wrap="none" lIns="0" tIns="0" rIns="0" bIns="0" rtlCol="0">
            <a:spAutoFit/>
          </a:bodyPr>
          <a:lstStyle/>
          <a:p>
            <a:pPr algn="ctr"/>
            <a:fld id="{6BB6987E-DEA3-4B61-8C0A-028B33D0CFA7}" type="slidenum">
              <a:rPr kumimoji="1" lang="ja-JP" altLang="en-US" sz="1200" b="0" i="0" u="none" strike="noStrike" kern="1200" cap="none" spc="0" normalizeH="0" baseline="0" noProof="0" smtClean="0">
                <a:ln>
                  <a:noFill/>
                </a:ln>
                <a:solidFill>
                  <a:schemeClr val="bg1">
                    <a:lumMod val="50000"/>
                  </a:schemeClr>
                </a:solidFill>
                <a:effectLst/>
                <a:uLnTx/>
                <a:uFillTx/>
                <a:latin typeface="+mn-ea"/>
                <a:ea typeface="+mn-ea"/>
                <a:cs typeface="+mn-cs"/>
              </a:rPr>
              <a:pPr algn="ctr"/>
              <a:t>‹#›</a:t>
            </a:fld>
            <a:endParaRPr kumimoji="1" lang="ja-JP" altLang="en-US" sz="3200">
              <a:solidFill>
                <a:schemeClr val="bg1">
                  <a:lumMod val="50000"/>
                </a:schemeClr>
              </a:solidFill>
              <a:latin typeface="+mn-ea"/>
              <a:ea typeface="+mn-ea"/>
            </a:endParaRPr>
          </a:p>
        </p:txBody>
      </p:sp>
      <p:pic>
        <p:nvPicPr>
          <p:cNvPr id="8" name="図 7" descr="図形  中程度の精度で自動的に生成された説明">
            <a:extLst>
              <a:ext uri="{FF2B5EF4-FFF2-40B4-BE49-F238E27FC236}">
                <a16:creationId xmlns:a16="http://schemas.microsoft.com/office/drawing/2014/main" id="{7754FA9B-2EFD-AF28-7426-AAD34ED497C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10712547" y="6432378"/>
            <a:ext cx="1125241" cy="266400"/>
          </a:xfrm>
          <a:prstGeom prst="rect">
            <a:avLst/>
          </a:prstGeom>
        </p:spPr>
      </p:pic>
      <p:sp>
        <p:nvSpPr>
          <p:cNvPr id="9" name="テキスト ボックス 8">
            <a:extLst>
              <a:ext uri="{FF2B5EF4-FFF2-40B4-BE49-F238E27FC236}">
                <a16:creationId xmlns:a16="http://schemas.microsoft.com/office/drawing/2014/main" id="{C11CB067-075C-900B-22A1-937F95956988}"/>
              </a:ext>
            </a:extLst>
          </p:cNvPr>
          <p:cNvSpPr txBox="1"/>
          <p:nvPr userDrawn="1"/>
        </p:nvSpPr>
        <p:spPr>
          <a:xfrm>
            <a:off x="8851" y="2869064"/>
            <a:ext cx="307777" cy="3284848"/>
          </a:xfrm>
          <a:prstGeom prst="rect">
            <a:avLst/>
          </a:prstGeom>
          <a:noFill/>
        </p:spPr>
        <p:txBody>
          <a:bodyPr vert="eaVert" wrap="square">
            <a:spAutoFit/>
          </a:bodyPr>
          <a:lstStyle/>
          <a:p>
            <a:pPr lvl="0"/>
            <a:r>
              <a:rPr kumimoji="1" lang="ja-JP" altLang="en-US" sz="800">
                <a:solidFill>
                  <a:schemeClr val="bg1">
                    <a:lumMod val="50000"/>
                  </a:schemeClr>
                </a:solidFill>
                <a:latin typeface="+mn-ea"/>
                <a:ea typeface="+mn-ea"/>
              </a:rPr>
              <a:t>会社名・商品名・サ−ビス名は各社の登録商標 </a:t>
            </a:r>
            <a:r>
              <a:rPr kumimoji="1" lang="ja-JP" altLang="en-US" sz="800" b="0">
                <a:solidFill>
                  <a:schemeClr val="bg1">
                    <a:lumMod val="50000"/>
                  </a:schemeClr>
                </a:solidFill>
                <a:latin typeface="HGP明朝B" panose="02020800000000000000" pitchFamily="18" charset="-128"/>
                <a:ea typeface="HGP明朝B" panose="02020800000000000000" pitchFamily="18" charset="-128"/>
              </a:rPr>
              <a:t>、</a:t>
            </a:r>
            <a:r>
              <a:rPr kumimoji="1" lang="ja-JP" altLang="en-US" sz="800">
                <a:solidFill>
                  <a:schemeClr val="bg1">
                    <a:lumMod val="50000"/>
                  </a:schemeClr>
                </a:solidFill>
                <a:latin typeface="+mn-ea"/>
                <a:ea typeface="+mn-ea"/>
              </a:rPr>
              <a:t>または商標です</a:t>
            </a:r>
          </a:p>
        </p:txBody>
      </p:sp>
    </p:spTree>
    <p:extLst>
      <p:ext uri="{BB962C8B-B14F-4D97-AF65-F5344CB8AC3E}">
        <p14:creationId xmlns:p14="http://schemas.microsoft.com/office/powerpoint/2010/main" val="11398602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白_インデックス">
    <p:bg>
      <p:bgRef idx="1001">
        <a:schemeClr val="bg1"/>
      </p:bgRef>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97BCB5-80FA-7527-5748-D0F86B2DF5C7}"/>
              </a:ext>
            </a:extLst>
          </p:cNvPr>
          <p:cNvSpPr>
            <a:spLocks noGrp="1"/>
          </p:cNvSpPr>
          <p:nvPr>
            <p:ph type="title"/>
          </p:nvPr>
        </p:nvSpPr>
        <p:spPr>
          <a:xfrm>
            <a:off x="1092708" y="250477"/>
            <a:ext cx="5891784" cy="555732"/>
          </a:xfrm>
        </p:spPr>
        <p:txBody>
          <a:bodyPr anchor="b">
            <a:normAutofit/>
          </a:bodyPr>
          <a:lstStyle>
            <a:lvl1pPr algn="l">
              <a:lnSpc>
                <a:spcPct val="130000"/>
              </a:lnSpc>
              <a:defRPr sz="2400" b="1" i="0" spc="300">
                <a:solidFill>
                  <a:srgbClr val="004098"/>
                </a:solidFill>
                <a:latin typeface="+mj-ea"/>
                <a:ea typeface="+mj-ea"/>
                <a:cs typeface="Arial" panose="020B0604020202020204" pitchFamily="34" charset="0"/>
              </a:defRPr>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62A21C8-3FBE-463C-23A2-BFE0F31AE82F}"/>
              </a:ext>
            </a:extLst>
          </p:cNvPr>
          <p:cNvSpPr>
            <a:spLocks noGrp="1"/>
          </p:cNvSpPr>
          <p:nvPr>
            <p:ph type="body" idx="1"/>
          </p:nvPr>
        </p:nvSpPr>
        <p:spPr>
          <a:xfrm>
            <a:off x="3581400" y="1571559"/>
            <a:ext cx="8059738" cy="4147318"/>
          </a:xfrm>
        </p:spPr>
        <p:txBody>
          <a:bodyPr/>
          <a:lstStyle>
            <a:lvl1pPr marL="457200" indent="-457200" algn="l">
              <a:buFont typeface="+mj-lt"/>
              <a:buAutoNum type="arabicPeriod"/>
              <a:defRPr sz="2400" b="0" i="0">
                <a:solidFill>
                  <a:schemeClr val="tx1">
                    <a:lumMod val="85000"/>
                    <a:lumOff val="15000"/>
                  </a:schemeClr>
                </a:solidFill>
                <a:latin typeface="+mn-ea"/>
                <a:ea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2754C15-70A2-D7F9-BBF0-B38F819BF1B5}"/>
              </a:ext>
            </a:extLst>
          </p:cNvPr>
          <p:cNvSpPr>
            <a:spLocks noGrp="1"/>
          </p:cNvSpPr>
          <p:nvPr>
            <p:ph type="dt" sz="half" idx="10"/>
          </p:nvPr>
        </p:nvSpPr>
        <p:spPr/>
        <p:txBody>
          <a:bodyPr/>
          <a:lstStyle/>
          <a:p>
            <a:fld id="{F82B9B99-552D-684E-BB34-46E98F430A1F}" type="datetime1">
              <a:rPr kumimoji="1" lang="ja-JP" altLang="en-US" smtClean="0"/>
              <a:t>2026/5/22</a:t>
            </a:fld>
            <a:endParaRPr kumimoji="1" lang="ja-JP" altLang="en-US"/>
          </a:p>
        </p:txBody>
      </p:sp>
      <p:sp>
        <p:nvSpPr>
          <p:cNvPr id="5" name="フッター プレースホルダー 4">
            <a:extLst>
              <a:ext uri="{FF2B5EF4-FFF2-40B4-BE49-F238E27FC236}">
                <a16:creationId xmlns:a16="http://schemas.microsoft.com/office/drawing/2014/main" id="{E3D13EC8-8E92-1461-1A04-224E10FE5EED}"/>
              </a:ext>
            </a:extLst>
          </p:cNvPr>
          <p:cNvSpPr>
            <a:spLocks noGrp="1"/>
          </p:cNvSpPr>
          <p:nvPr>
            <p:ph type="ftr" sz="quarter" idx="11"/>
          </p:nvPr>
        </p:nvSpPr>
        <p:spPr/>
        <p:txBody>
          <a:bodyPr/>
          <a:lstStyle/>
          <a:p>
            <a:endParaRPr kumimoji="1" lang="ja-JP" altLang="en-US"/>
          </a:p>
        </p:txBody>
      </p:sp>
      <p:cxnSp>
        <p:nvCxnSpPr>
          <p:cNvPr id="14" name="直線コネクタ 13">
            <a:extLst>
              <a:ext uri="{FF2B5EF4-FFF2-40B4-BE49-F238E27FC236}">
                <a16:creationId xmlns:a16="http://schemas.microsoft.com/office/drawing/2014/main" id="{A8DE8DFA-93C8-A881-AADC-ED32F53BFBB9}"/>
              </a:ext>
            </a:extLst>
          </p:cNvPr>
          <p:cNvCxnSpPr>
            <a:cxnSpLocks/>
          </p:cNvCxnSpPr>
          <p:nvPr userDrawn="1"/>
        </p:nvCxnSpPr>
        <p:spPr>
          <a:xfrm>
            <a:off x="3581400" y="1255923"/>
            <a:ext cx="7924800" cy="0"/>
          </a:xfrm>
          <a:prstGeom prst="line">
            <a:avLst/>
          </a:prstGeom>
          <a:ln w="12700">
            <a:solidFill>
              <a:srgbClr val="004098"/>
            </a:solidFill>
          </a:ln>
        </p:spPr>
        <p:style>
          <a:lnRef idx="1">
            <a:schemeClr val="accent1"/>
          </a:lnRef>
          <a:fillRef idx="0">
            <a:schemeClr val="accent1"/>
          </a:fillRef>
          <a:effectRef idx="0">
            <a:schemeClr val="accent1"/>
          </a:effectRef>
          <a:fontRef idx="minor">
            <a:schemeClr val="tx1"/>
          </a:fontRef>
        </p:style>
      </p:cxnSp>
      <p:pic>
        <p:nvPicPr>
          <p:cNvPr id="11" name="図 10" descr="挿絵 が含まれている画像  自動的に生成された説明">
            <a:extLst>
              <a:ext uri="{FF2B5EF4-FFF2-40B4-BE49-F238E27FC236}">
                <a16:creationId xmlns:a16="http://schemas.microsoft.com/office/drawing/2014/main" id="{3778D7C2-98D1-360F-E15C-39273356BE30}"/>
              </a:ext>
            </a:extLst>
          </p:cNvPr>
          <p:cNvPicPr>
            <a:picLocks noChangeAspect="1"/>
          </p:cNvPicPr>
          <p:nvPr userDrawn="1"/>
        </p:nvPicPr>
        <p:blipFill>
          <a:blip r:embed="rId2"/>
          <a:stretch>
            <a:fillRect/>
          </a:stretch>
        </p:blipFill>
        <p:spPr>
          <a:xfrm>
            <a:off x="10680191" y="378199"/>
            <a:ext cx="1161173" cy="183688"/>
          </a:xfrm>
          <a:prstGeom prst="rect">
            <a:avLst/>
          </a:prstGeom>
        </p:spPr>
      </p:pic>
      <p:sp>
        <p:nvSpPr>
          <p:cNvPr id="8" name="正方形/長方形 7">
            <a:extLst>
              <a:ext uri="{FF2B5EF4-FFF2-40B4-BE49-F238E27FC236}">
                <a16:creationId xmlns:a16="http://schemas.microsoft.com/office/drawing/2014/main" id="{3532CAFC-A8CB-D9AF-CE49-93BCFC92308A}"/>
              </a:ext>
            </a:extLst>
          </p:cNvPr>
          <p:cNvSpPr/>
          <p:nvPr userDrawn="1"/>
        </p:nvSpPr>
        <p:spPr>
          <a:xfrm>
            <a:off x="0" y="0"/>
            <a:ext cx="321469" cy="6858000"/>
          </a:xfrm>
          <a:prstGeom prst="rect">
            <a:avLst/>
          </a:prstGeom>
          <a:solidFill>
            <a:srgbClr val="0040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01E063B0-A4CE-E037-6AC8-F514C4ABFB97}"/>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75000"/>
                  </a:schemeClr>
                </a:solidFill>
                <a:latin typeface="游ゴシック" panose="020B0400000000000000" pitchFamily="50" charset="-128"/>
                <a:ea typeface="游ゴシック" panose="020B0400000000000000" pitchFamily="50" charset="-128"/>
              </a:rPr>
              <a:t>©︎2025 VeriServe Corp.  </a:t>
            </a:r>
            <a:endParaRPr kumimoji="1" lang="ja-JP" altLang="en-US" sz="800">
              <a:solidFill>
                <a:schemeClr val="bg1">
                  <a:lumMod val="75000"/>
                </a:schemeClr>
              </a:solidFill>
              <a:latin typeface="游ゴシック" panose="020B0400000000000000" pitchFamily="50" charset="-128"/>
              <a:ea typeface="游ゴシック" panose="020B0400000000000000" pitchFamily="50" charset="-128"/>
            </a:endParaRPr>
          </a:p>
        </p:txBody>
      </p:sp>
      <p:sp>
        <p:nvSpPr>
          <p:cNvPr id="10" name="テキスト ボックス 9">
            <a:extLst>
              <a:ext uri="{FF2B5EF4-FFF2-40B4-BE49-F238E27FC236}">
                <a16:creationId xmlns:a16="http://schemas.microsoft.com/office/drawing/2014/main" id="{8E4388F8-305F-C3F5-0C0E-1F8365D1011F}"/>
              </a:ext>
            </a:extLst>
          </p:cNvPr>
          <p:cNvSpPr txBox="1"/>
          <p:nvPr userDrawn="1"/>
        </p:nvSpPr>
        <p:spPr>
          <a:xfrm>
            <a:off x="13875" y="6469541"/>
            <a:ext cx="294953" cy="184666"/>
          </a:xfrm>
          <a:prstGeom prst="rect">
            <a:avLst/>
          </a:prstGeom>
          <a:noFill/>
        </p:spPr>
        <p:txBody>
          <a:bodyPr wrap="none" lIns="0" tIns="0" rIns="0" bIns="0" rtlCol="0">
            <a:spAutoFit/>
          </a:bodyPr>
          <a:lstStyle/>
          <a:p>
            <a:pPr algn="ctr"/>
            <a:fld id="{6BB6987E-DEA3-4B61-8C0A-028B33D0CFA7}" type="slidenum">
              <a:rPr kumimoji="1" lang="ja-JP" altLang="en-US" sz="1200" b="0" i="0" u="none" strike="noStrike" kern="1200" cap="none" spc="0" normalizeH="0" baseline="0" noProof="0" smtClean="0">
                <a:ln>
                  <a:noFill/>
                </a:ln>
                <a:solidFill>
                  <a:schemeClr val="bg1"/>
                </a:solidFill>
                <a:effectLst/>
                <a:uLnTx/>
                <a:uFillTx/>
                <a:latin typeface="+mn-ea"/>
                <a:ea typeface="+mn-ea"/>
                <a:cs typeface="+mn-cs"/>
              </a:rPr>
              <a:pPr algn="ctr"/>
              <a:t>‹#›</a:t>
            </a:fld>
            <a:endParaRPr kumimoji="1" lang="ja-JP" altLang="en-US" sz="3200">
              <a:solidFill>
                <a:schemeClr val="bg1"/>
              </a:solidFill>
              <a:latin typeface="+mn-ea"/>
              <a:ea typeface="+mn-ea"/>
            </a:endParaRPr>
          </a:p>
        </p:txBody>
      </p:sp>
      <p:pic>
        <p:nvPicPr>
          <p:cNvPr id="7" name="図 6" descr="図形  中程度の精度で自動的に生成された説明">
            <a:extLst>
              <a:ext uri="{FF2B5EF4-FFF2-40B4-BE49-F238E27FC236}">
                <a16:creationId xmlns:a16="http://schemas.microsoft.com/office/drawing/2014/main" id="{F159B2FB-C826-F713-224D-F0EF6DC1E557}"/>
              </a:ext>
            </a:extLst>
          </p:cNvPr>
          <p:cNvPicPr>
            <a:picLocks noChangeAspect="1"/>
          </p:cNvPicPr>
          <p:nvPr userDrawn="1"/>
        </p:nvPicPr>
        <p:blipFill>
          <a:blip r:embed="rId3"/>
          <a:stretch>
            <a:fillRect/>
          </a:stretch>
        </p:blipFill>
        <p:spPr>
          <a:xfrm>
            <a:off x="10714617" y="6431981"/>
            <a:ext cx="1125241" cy="266400"/>
          </a:xfrm>
          <a:prstGeom prst="rect">
            <a:avLst/>
          </a:prstGeom>
        </p:spPr>
      </p:pic>
      <p:sp>
        <p:nvSpPr>
          <p:cNvPr id="6" name="テキスト ボックス 5">
            <a:extLst>
              <a:ext uri="{FF2B5EF4-FFF2-40B4-BE49-F238E27FC236}">
                <a16:creationId xmlns:a16="http://schemas.microsoft.com/office/drawing/2014/main" id="{D997AF23-FF68-32D1-4C16-7845D3B64233}"/>
              </a:ext>
            </a:extLst>
          </p:cNvPr>
          <p:cNvSpPr txBox="1"/>
          <p:nvPr userDrawn="1"/>
        </p:nvSpPr>
        <p:spPr>
          <a:xfrm>
            <a:off x="8851" y="2869064"/>
            <a:ext cx="307777" cy="3284848"/>
          </a:xfrm>
          <a:prstGeom prst="rect">
            <a:avLst/>
          </a:prstGeom>
          <a:noFill/>
        </p:spPr>
        <p:txBody>
          <a:bodyPr vert="eaVert" wrap="square">
            <a:spAutoFit/>
          </a:bodyPr>
          <a:lstStyle/>
          <a:p>
            <a:pPr lvl="0"/>
            <a:r>
              <a:rPr kumimoji="1" lang="ja-JP" altLang="en-US" sz="800">
                <a:solidFill>
                  <a:schemeClr val="bg1">
                    <a:lumMod val="75000"/>
                  </a:schemeClr>
                </a:solidFill>
                <a:latin typeface="+mn-ea"/>
                <a:ea typeface="+mn-ea"/>
              </a:rPr>
              <a:t>会社名・商品名・サ−ビス名は各社の登録商標 </a:t>
            </a:r>
            <a:r>
              <a:rPr kumimoji="1" lang="ja-JP" altLang="en-US" sz="800" b="0">
                <a:solidFill>
                  <a:schemeClr val="bg1">
                    <a:lumMod val="75000"/>
                  </a:schemeClr>
                </a:solidFill>
                <a:latin typeface="HGP明朝B" panose="02020800000000000000" pitchFamily="18" charset="-128"/>
                <a:ea typeface="HGP明朝B" panose="02020800000000000000" pitchFamily="18" charset="-128"/>
              </a:rPr>
              <a:t>、</a:t>
            </a:r>
            <a:r>
              <a:rPr kumimoji="1" lang="ja-JP" altLang="en-US" sz="800">
                <a:solidFill>
                  <a:schemeClr val="bg1">
                    <a:lumMod val="75000"/>
                  </a:schemeClr>
                </a:solidFill>
                <a:latin typeface="+mn-ea"/>
                <a:ea typeface="+mn-ea"/>
              </a:rPr>
              <a:t>または商標です</a:t>
            </a:r>
          </a:p>
        </p:txBody>
      </p:sp>
    </p:spTree>
    <p:extLst>
      <p:ext uri="{BB962C8B-B14F-4D97-AF65-F5344CB8AC3E}">
        <p14:creationId xmlns:p14="http://schemas.microsoft.com/office/powerpoint/2010/main" val="3510274833"/>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ドキュメン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8286DA-9F8C-D125-B5E1-948E9C38C406}"/>
              </a:ext>
            </a:extLst>
          </p:cNvPr>
          <p:cNvSpPr>
            <a:spLocks noGrp="1"/>
          </p:cNvSpPr>
          <p:nvPr>
            <p:ph type="title"/>
          </p:nvPr>
        </p:nvSpPr>
        <p:spPr>
          <a:xfrm>
            <a:off x="803275" y="319405"/>
            <a:ext cx="10837863" cy="503555"/>
          </a:xfrm>
        </p:spPr>
        <p:txBody>
          <a:bodyPr>
            <a:noAutofit/>
          </a:bodyPr>
          <a:lstStyle>
            <a:lvl1pPr>
              <a:defRPr sz="2400" b="1" i="0" spc="300">
                <a:solidFill>
                  <a:srgbClr val="004098"/>
                </a:solidFill>
                <a:latin typeface="+mj-ea"/>
                <a:ea typeface="+mj-ea"/>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88FA1F6-261E-4CDD-0F2D-9DC0DD6F9000}"/>
              </a:ext>
            </a:extLst>
          </p:cNvPr>
          <p:cNvSpPr>
            <a:spLocks noGrp="1"/>
          </p:cNvSpPr>
          <p:nvPr>
            <p:ph idx="1"/>
          </p:nvPr>
        </p:nvSpPr>
        <p:spPr>
          <a:xfrm>
            <a:off x="803275" y="1253330"/>
            <a:ext cx="10837863" cy="5010309"/>
          </a:xfrm>
        </p:spPr>
        <p:txBody>
          <a:bodyPr/>
          <a:lstStyle>
            <a:lvl1pPr>
              <a:lnSpc>
                <a:spcPct val="130000"/>
              </a:lnSpc>
              <a:defRPr b="0" i="0">
                <a:solidFill>
                  <a:schemeClr val="tx1">
                    <a:lumMod val="75000"/>
                    <a:lumOff val="25000"/>
                  </a:schemeClr>
                </a:solidFill>
                <a:latin typeface="+mn-ea"/>
                <a:ea typeface="+mn-ea"/>
                <a:cs typeface="Arial" panose="020B0604020202020204" pitchFamily="34" charset="0"/>
              </a:defRPr>
            </a:lvl1pPr>
            <a:lvl2pPr marL="685800" indent="-228600">
              <a:lnSpc>
                <a:spcPct val="130000"/>
              </a:lnSpc>
              <a:buFont typeface="システムフォント（レギュラー）"/>
              <a:buChar char="▹"/>
              <a:defRPr b="0" i="0">
                <a:solidFill>
                  <a:schemeClr val="tx1">
                    <a:lumMod val="75000"/>
                    <a:lumOff val="25000"/>
                  </a:schemeClr>
                </a:solidFill>
                <a:latin typeface="+mn-ea"/>
                <a:ea typeface="+mn-ea"/>
                <a:cs typeface="Arial" panose="020B0604020202020204" pitchFamily="34" charset="0"/>
              </a:defRPr>
            </a:lvl2pPr>
            <a:lvl3pPr marL="1143000" indent="-228600">
              <a:lnSpc>
                <a:spcPct val="130000"/>
              </a:lnSpc>
              <a:buFont typeface="システムフォント（レギュラー）"/>
              <a:buChar char="‣"/>
              <a:defRPr b="0" i="0">
                <a:solidFill>
                  <a:schemeClr val="tx1">
                    <a:lumMod val="75000"/>
                    <a:lumOff val="25000"/>
                  </a:schemeClr>
                </a:solidFill>
                <a:latin typeface="+mn-ea"/>
                <a:ea typeface="+mn-ea"/>
                <a:cs typeface="Arial" panose="020B0604020202020204" pitchFamily="34" charset="0"/>
              </a:defRPr>
            </a:lvl3pPr>
            <a:lvl4pPr>
              <a:lnSpc>
                <a:spcPct val="130000"/>
              </a:lnSpc>
              <a:defRPr b="0" i="0">
                <a:solidFill>
                  <a:schemeClr val="tx1">
                    <a:lumMod val="75000"/>
                    <a:lumOff val="25000"/>
                  </a:schemeClr>
                </a:solidFill>
                <a:latin typeface="+mn-ea"/>
                <a:ea typeface="+mn-ea"/>
                <a:cs typeface="Arial" panose="020B0604020202020204" pitchFamily="34" charset="0"/>
              </a:defRPr>
            </a:lvl4pPr>
            <a:lvl5pPr>
              <a:lnSpc>
                <a:spcPct val="130000"/>
              </a:lnSpc>
              <a:defRPr b="0" i="0">
                <a:solidFill>
                  <a:schemeClr val="tx1">
                    <a:lumMod val="75000"/>
                    <a:lumOff val="25000"/>
                  </a:schemeClr>
                </a:solidFill>
                <a:latin typeface="+mn-ea"/>
                <a:ea typeface="+mn-ea"/>
                <a:cs typeface="Arial" panose="020B0604020202020204" pitchFamily="34" charset="0"/>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90D7811-D88B-2441-9257-8EF10A1C1CC8}"/>
              </a:ext>
            </a:extLst>
          </p:cNvPr>
          <p:cNvSpPr>
            <a:spLocks noGrp="1"/>
          </p:cNvSpPr>
          <p:nvPr>
            <p:ph type="dt" sz="half" idx="10"/>
          </p:nvPr>
        </p:nvSpPr>
        <p:spPr/>
        <p:txBody>
          <a:bodyPr/>
          <a:lstStyle/>
          <a:p>
            <a:fld id="{76C640EC-05C6-4945-9A0E-5D22680D67D8}" type="datetime1">
              <a:rPr kumimoji="1" lang="ja-JP" altLang="en-US" smtClean="0"/>
              <a:t>2026/5/22</a:t>
            </a:fld>
            <a:endParaRPr kumimoji="1" lang="ja-JP" altLang="en-US"/>
          </a:p>
        </p:txBody>
      </p:sp>
      <p:sp>
        <p:nvSpPr>
          <p:cNvPr id="5" name="フッター プレースホルダー 4">
            <a:extLst>
              <a:ext uri="{FF2B5EF4-FFF2-40B4-BE49-F238E27FC236}">
                <a16:creationId xmlns:a16="http://schemas.microsoft.com/office/drawing/2014/main" id="{11B81046-B1B1-5966-F66C-191A2D605DC2}"/>
              </a:ext>
            </a:extLst>
          </p:cNvPr>
          <p:cNvSpPr>
            <a:spLocks noGrp="1"/>
          </p:cNvSpPr>
          <p:nvPr>
            <p:ph type="ftr" sz="quarter" idx="11"/>
          </p:nvPr>
        </p:nvSpPr>
        <p:spPr/>
        <p:txBody>
          <a:bodyPr/>
          <a:lstStyle/>
          <a:p>
            <a:endParaRPr kumimoji="1" lang="ja-JP" altLang="en-US"/>
          </a:p>
        </p:txBody>
      </p:sp>
      <p:sp>
        <p:nvSpPr>
          <p:cNvPr id="7" name="正方形/長方形 6">
            <a:extLst>
              <a:ext uri="{FF2B5EF4-FFF2-40B4-BE49-F238E27FC236}">
                <a16:creationId xmlns:a16="http://schemas.microsoft.com/office/drawing/2014/main" id="{3E6E5F35-78DD-E674-3CEF-8DAA9DE039C1}"/>
              </a:ext>
            </a:extLst>
          </p:cNvPr>
          <p:cNvSpPr/>
          <p:nvPr userDrawn="1"/>
        </p:nvSpPr>
        <p:spPr>
          <a:xfrm>
            <a:off x="0" y="0"/>
            <a:ext cx="321469" cy="6858000"/>
          </a:xfrm>
          <a:prstGeom prst="rect">
            <a:avLst/>
          </a:prstGeom>
          <a:solidFill>
            <a:srgbClr val="0040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B6EE3B3C-88C6-D5AF-1AC6-8EC1B7DF9042}"/>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75000"/>
                  </a:schemeClr>
                </a:solidFill>
                <a:latin typeface="游ゴシック" panose="020B0400000000000000" pitchFamily="50" charset="-128"/>
                <a:ea typeface="游ゴシック" panose="020B0400000000000000" pitchFamily="50" charset="-128"/>
              </a:rPr>
              <a:t>©︎2025 VeriServe Corp.  </a:t>
            </a:r>
            <a:endParaRPr kumimoji="1" lang="ja-JP" altLang="en-US" sz="800">
              <a:solidFill>
                <a:schemeClr val="bg1">
                  <a:lumMod val="75000"/>
                </a:schemeClr>
              </a:solidFill>
              <a:latin typeface="游ゴシック" panose="020B0400000000000000" pitchFamily="50" charset="-128"/>
              <a:ea typeface="游ゴシック" panose="020B0400000000000000" pitchFamily="50" charset="-128"/>
            </a:endParaRPr>
          </a:p>
        </p:txBody>
      </p:sp>
      <p:sp>
        <p:nvSpPr>
          <p:cNvPr id="13" name="テキスト ボックス 12">
            <a:extLst>
              <a:ext uri="{FF2B5EF4-FFF2-40B4-BE49-F238E27FC236}">
                <a16:creationId xmlns:a16="http://schemas.microsoft.com/office/drawing/2014/main" id="{CCAA7539-5E67-E42D-0C8C-5B73A22271D0}"/>
              </a:ext>
            </a:extLst>
          </p:cNvPr>
          <p:cNvSpPr txBox="1"/>
          <p:nvPr userDrawn="1"/>
        </p:nvSpPr>
        <p:spPr>
          <a:xfrm>
            <a:off x="13875" y="6469541"/>
            <a:ext cx="294953" cy="184666"/>
          </a:xfrm>
          <a:prstGeom prst="rect">
            <a:avLst/>
          </a:prstGeom>
          <a:noFill/>
        </p:spPr>
        <p:txBody>
          <a:bodyPr wrap="none" lIns="0" tIns="0" rIns="0" bIns="0" rtlCol="0">
            <a:spAutoFit/>
          </a:bodyPr>
          <a:lstStyle/>
          <a:p>
            <a:pPr algn="ctr"/>
            <a:fld id="{6BB6987E-DEA3-4B61-8C0A-028B33D0CFA7}" type="slidenum">
              <a:rPr kumimoji="1" lang="ja-JP" altLang="en-US" sz="1200" b="0" i="0" u="none" strike="noStrike" kern="1200" cap="none" spc="0" normalizeH="0" baseline="0" noProof="0" smtClean="0">
                <a:ln>
                  <a:noFill/>
                </a:ln>
                <a:solidFill>
                  <a:schemeClr val="bg1"/>
                </a:solidFill>
                <a:effectLst/>
                <a:uLnTx/>
                <a:uFillTx/>
                <a:latin typeface="+mn-ea"/>
                <a:ea typeface="+mn-ea"/>
                <a:cs typeface="+mn-cs"/>
              </a:rPr>
              <a:pPr algn="ctr"/>
              <a:t>‹#›</a:t>
            </a:fld>
            <a:endParaRPr kumimoji="1" lang="ja-JP" altLang="en-US" sz="3200">
              <a:solidFill>
                <a:schemeClr val="bg1"/>
              </a:solidFill>
              <a:latin typeface="+mn-ea"/>
              <a:ea typeface="+mn-ea"/>
            </a:endParaRPr>
          </a:p>
        </p:txBody>
      </p:sp>
      <p:pic>
        <p:nvPicPr>
          <p:cNvPr id="6" name="図 5" descr="図形  中程度の精度で自動的に生成された説明">
            <a:extLst>
              <a:ext uri="{FF2B5EF4-FFF2-40B4-BE49-F238E27FC236}">
                <a16:creationId xmlns:a16="http://schemas.microsoft.com/office/drawing/2014/main" id="{81D4C24B-5999-373E-4D0F-BAECB89F6D0C}"/>
              </a:ext>
            </a:extLst>
          </p:cNvPr>
          <p:cNvPicPr>
            <a:picLocks noChangeAspect="1"/>
          </p:cNvPicPr>
          <p:nvPr userDrawn="1"/>
        </p:nvPicPr>
        <p:blipFill>
          <a:blip r:embed="rId2"/>
          <a:stretch>
            <a:fillRect/>
          </a:stretch>
        </p:blipFill>
        <p:spPr>
          <a:xfrm>
            <a:off x="10714617" y="6431981"/>
            <a:ext cx="1125241" cy="266400"/>
          </a:xfrm>
          <a:prstGeom prst="rect">
            <a:avLst/>
          </a:prstGeom>
        </p:spPr>
      </p:pic>
      <p:sp>
        <p:nvSpPr>
          <p:cNvPr id="9" name="テキスト ボックス 8">
            <a:extLst>
              <a:ext uri="{FF2B5EF4-FFF2-40B4-BE49-F238E27FC236}">
                <a16:creationId xmlns:a16="http://schemas.microsoft.com/office/drawing/2014/main" id="{D1DB445C-011E-0709-4841-D63E8F8BA76C}"/>
              </a:ext>
            </a:extLst>
          </p:cNvPr>
          <p:cNvSpPr txBox="1"/>
          <p:nvPr userDrawn="1"/>
        </p:nvSpPr>
        <p:spPr>
          <a:xfrm>
            <a:off x="8851" y="2869064"/>
            <a:ext cx="307777" cy="3284848"/>
          </a:xfrm>
          <a:prstGeom prst="rect">
            <a:avLst/>
          </a:prstGeom>
          <a:noFill/>
        </p:spPr>
        <p:txBody>
          <a:bodyPr vert="eaVert" wrap="square">
            <a:spAutoFit/>
          </a:bodyPr>
          <a:lstStyle/>
          <a:p>
            <a:pPr lvl="0"/>
            <a:r>
              <a:rPr kumimoji="1" lang="ja-JP" altLang="en-US" sz="800">
                <a:solidFill>
                  <a:schemeClr val="bg1">
                    <a:lumMod val="75000"/>
                  </a:schemeClr>
                </a:solidFill>
                <a:latin typeface="+mn-ea"/>
                <a:ea typeface="+mn-ea"/>
              </a:rPr>
              <a:t>会社名・商品名・サ−ビス名は各社の登録商標 </a:t>
            </a:r>
            <a:r>
              <a:rPr kumimoji="1" lang="ja-JP" altLang="en-US" sz="800" b="0">
                <a:solidFill>
                  <a:schemeClr val="bg1">
                    <a:lumMod val="75000"/>
                  </a:schemeClr>
                </a:solidFill>
                <a:latin typeface="HGP明朝B" panose="02020800000000000000" pitchFamily="18" charset="-128"/>
                <a:ea typeface="HGP明朝B" panose="02020800000000000000" pitchFamily="18" charset="-128"/>
              </a:rPr>
              <a:t>、</a:t>
            </a:r>
            <a:r>
              <a:rPr kumimoji="1" lang="ja-JP" altLang="en-US" sz="800">
                <a:solidFill>
                  <a:schemeClr val="bg1">
                    <a:lumMod val="75000"/>
                  </a:schemeClr>
                </a:solidFill>
                <a:latin typeface="+mn-ea"/>
                <a:ea typeface="+mn-ea"/>
              </a:rPr>
              <a:t>または商標です</a:t>
            </a:r>
          </a:p>
        </p:txBody>
      </p:sp>
    </p:spTree>
    <p:extLst>
      <p:ext uri="{BB962C8B-B14F-4D97-AF65-F5344CB8AC3E}">
        <p14:creationId xmlns:p14="http://schemas.microsoft.com/office/powerpoint/2010/main" val="28553670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ドキュメント_アンダーライン">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588FA1F6-261E-4CDD-0F2D-9DC0DD6F9000}"/>
              </a:ext>
            </a:extLst>
          </p:cNvPr>
          <p:cNvSpPr>
            <a:spLocks noGrp="1"/>
          </p:cNvSpPr>
          <p:nvPr>
            <p:ph idx="1"/>
          </p:nvPr>
        </p:nvSpPr>
        <p:spPr>
          <a:xfrm>
            <a:off x="803275" y="1253330"/>
            <a:ext cx="10837863" cy="5010309"/>
          </a:xfrm>
        </p:spPr>
        <p:txBody>
          <a:bodyPr/>
          <a:lstStyle>
            <a:lvl1pPr>
              <a:lnSpc>
                <a:spcPct val="130000"/>
              </a:lnSpc>
              <a:defRPr b="0" i="0">
                <a:solidFill>
                  <a:schemeClr val="tx1">
                    <a:lumMod val="75000"/>
                    <a:lumOff val="25000"/>
                  </a:schemeClr>
                </a:solidFill>
                <a:latin typeface="+mn-ea"/>
                <a:ea typeface="+mn-ea"/>
                <a:cs typeface="Arial" panose="020B0604020202020204" pitchFamily="34" charset="0"/>
              </a:defRPr>
            </a:lvl1pPr>
            <a:lvl2pPr marL="685800" indent="-228600">
              <a:lnSpc>
                <a:spcPct val="130000"/>
              </a:lnSpc>
              <a:buFont typeface="システムフォント（レギュラー）"/>
              <a:buChar char="▹"/>
              <a:defRPr b="0" i="0">
                <a:solidFill>
                  <a:schemeClr val="tx1">
                    <a:lumMod val="75000"/>
                    <a:lumOff val="25000"/>
                  </a:schemeClr>
                </a:solidFill>
                <a:latin typeface="+mn-ea"/>
                <a:ea typeface="+mn-ea"/>
                <a:cs typeface="Arial" panose="020B0604020202020204" pitchFamily="34" charset="0"/>
              </a:defRPr>
            </a:lvl2pPr>
            <a:lvl3pPr marL="1143000" indent="-228600">
              <a:lnSpc>
                <a:spcPct val="130000"/>
              </a:lnSpc>
              <a:buFont typeface="システムフォント（レギュラー）"/>
              <a:buChar char="‣"/>
              <a:defRPr b="0" i="0">
                <a:solidFill>
                  <a:schemeClr val="tx1">
                    <a:lumMod val="75000"/>
                    <a:lumOff val="25000"/>
                  </a:schemeClr>
                </a:solidFill>
                <a:latin typeface="+mn-ea"/>
                <a:ea typeface="+mn-ea"/>
                <a:cs typeface="Arial" panose="020B0604020202020204" pitchFamily="34" charset="0"/>
              </a:defRPr>
            </a:lvl3pPr>
            <a:lvl4pPr>
              <a:lnSpc>
                <a:spcPct val="130000"/>
              </a:lnSpc>
              <a:defRPr b="0" i="0">
                <a:solidFill>
                  <a:schemeClr val="tx1">
                    <a:lumMod val="75000"/>
                    <a:lumOff val="25000"/>
                  </a:schemeClr>
                </a:solidFill>
                <a:latin typeface="+mn-ea"/>
                <a:ea typeface="+mn-ea"/>
                <a:cs typeface="Arial" panose="020B0604020202020204" pitchFamily="34" charset="0"/>
              </a:defRPr>
            </a:lvl4pPr>
            <a:lvl5pPr>
              <a:lnSpc>
                <a:spcPct val="130000"/>
              </a:lnSpc>
              <a:defRPr b="0" i="0">
                <a:solidFill>
                  <a:schemeClr val="tx1">
                    <a:lumMod val="75000"/>
                    <a:lumOff val="25000"/>
                  </a:schemeClr>
                </a:solidFill>
                <a:latin typeface="+mn-ea"/>
                <a:ea typeface="+mn-ea"/>
                <a:cs typeface="Arial" panose="020B0604020202020204" pitchFamily="34" charset="0"/>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90D7811-D88B-2441-9257-8EF10A1C1CC8}"/>
              </a:ext>
            </a:extLst>
          </p:cNvPr>
          <p:cNvSpPr>
            <a:spLocks noGrp="1"/>
          </p:cNvSpPr>
          <p:nvPr>
            <p:ph type="dt" sz="half" idx="10"/>
          </p:nvPr>
        </p:nvSpPr>
        <p:spPr/>
        <p:txBody>
          <a:bodyPr/>
          <a:lstStyle/>
          <a:p>
            <a:fld id="{76C640EC-05C6-4945-9A0E-5D22680D67D8}" type="datetime1">
              <a:rPr kumimoji="1" lang="ja-JP" altLang="en-US" smtClean="0"/>
              <a:t>2026/5/22</a:t>
            </a:fld>
            <a:endParaRPr kumimoji="1" lang="ja-JP" altLang="en-US"/>
          </a:p>
        </p:txBody>
      </p:sp>
      <p:sp>
        <p:nvSpPr>
          <p:cNvPr id="5" name="フッター プレースホルダー 4">
            <a:extLst>
              <a:ext uri="{FF2B5EF4-FFF2-40B4-BE49-F238E27FC236}">
                <a16:creationId xmlns:a16="http://schemas.microsoft.com/office/drawing/2014/main" id="{11B81046-B1B1-5966-F66C-191A2D605DC2}"/>
              </a:ext>
            </a:extLst>
          </p:cNvPr>
          <p:cNvSpPr>
            <a:spLocks noGrp="1"/>
          </p:cNvSpPr>
          <p:nvPr>
            <p:ph type="ftr" sz="quarter" idx="11"/>
          </p:nvPr>
        </p:nvSpPr>
        <p:spPr/>
        <p:txBody>
          <a:bodyPr/>
          <a:lstStyle/>
          <a:p>
            <a:endParaRPr kumimoji="1" lang="ja-JP" altLang="en-US"/>
          </a:p>
        </p:txBody>
      </p:sp>
      <p:sp>
        <p:nvSpPr>
          <p:cNvPr id="7" name="正方形/長方形 6">
            <a:extLst>
              <a:ext uri="{FF2B5EF4-FFF2-40B4-BE49-F238E27FC236}">
                <a16:creationId xmlns:a16="http://schemas.microsoft.com/office/drawing/2014/main" id="{3E6E5F35-78DD-E674-3CEF-8DAA9DE039C1}"/>
              </a:ext>
            </a:extLst>
          </p:cNvPr>
          <p:cNvSpPr/>
          <p:nvPr userDrawn="1"/>
        </p:nvSpPr>
        <p:spPr>
          <a:xfrm>
            <a:off x="0" y="0"/>
            <a:ext cx="321469" cy="6858000"/>
          </a:xfrm>
          <a:prstGeom prst="rect">
            <a:avLst/>
          </a:prstGeom>
          <a:solidFill>
            <a:srgbClr val="0040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n-ea"/>
              <a:ea typeface="+mn-ea"/>
            </a:endParaRPr>
          </a:p>
        </p:txBody>
      </p:sp>
      <p:sp>
        <p:nvSpPr>
          <p:cNvPr id="14" name="テキスト ボックス 13">
            <a:extLst>
              <a:ext uri="{FF2B5EF4-FFF2-40B4-BE49-F238E27FC236}">
                <a16:creationId xmlns:a16="http://schemas.microsoft.com/office/drawing/2014/main" id="{B6EE3B3C-88C6-D5AF-1AC6-8EC1B7DF9042}"/>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75000"/>
                  </a:schemeClr>
                </a:solidFill>
                <a:latin typeface="游ゴシック" panose="020B0400000000000000" pitchFamily="50" charset="-128"/>
                <a:ea typeface="游ゴシック" panose="020B0400000000000000" pitchFamily="50" charset="-128"/>
              </a:rPr>
              <a:t>©︎2025 VeriServe Corp.  </a:t>
            </a:r>
            <a:endParaRPr kumimoji="1" lang="ja-JP" altLang="en-US" sz="800">
              <a:solidFill>
                <a:schemeClr val="bg1">
                  <a:lumMod val="75000"/>
                </a:schemeClr>
              </a:solidFill>
              <a:latin typeface="游ゴシック" panose="020B0400000000000000" pitchFamily="50" charset="-128"/>
              <a:ea typeface="游ゴシック" panose="020B0400000000000000" pitchFamily="50" charset="-128"/>
            </a:endParaRPr>
          </a:p>
        </p:txBody>
      </p:sp>
      <p:cxnSp>
        <p:nvCxnSpPr>
          <p:cNvPr id="10" name="直線コネクタ 9">
            <a:extLst>
              <a:ext uri="{FF2B5EF4-FFF2-40B4-BE49-F238E27FC236}">
                <a16:creationId xmlns:a16="http://schemas.microsoft.com/office/drawing/2014/main" id="{3DC8A919-FAB4-6804-2DDB-FC69D6A6A62C}"/>
              </a:ext>
            </a:extLst>
          </p:cNvPr>
          <p:cNvCxnSpPr/>
          <p:nvPr userDrawn="1"/>
        </p:nvCxnSpPr>
        <p:spPr>
          <a:xfrm>
            <a:off x="838200" y="822960"/>
            <a:ext cx="10515600" cy="0"/>
          </a:xfrm>
          <a:prstGeom prst="line">
            <a:avLst/>
          </a:prstGeom>
          <a:ln w="12700">
            <a:solidFill>
              <a:srgbClr val="004098"/>
            </a:solidFill>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031D4FCC-0634-431E-E2C2-5065CED73B2A}"/>
              </a:ext>
            </a:extLst>
          </p:cNvPr>
          <p:cNvSpPr txBox="1"/>
          <p:nvPr userDrawn="1"/>
        </p:nvSpPr>
        <p:spPr>
          <a:xfrm>
            <a:off x="13875" y="6469541"/>
            <a:ext cx="294953" cy="184666"/>
          </a:xfrm>
          <a:prstGeom prst="rect">
            <a:avLst/>
          </a:prstGeom>
          <a:noFill/>
        </p:spPr>
        <p:txBody>
          <a:bodyPr wrap="none" lIns="0" tIns="0" rIns="0" bIns="0" rtlCol="0">
            <a:spAutoFit/>
          </a:bodyPr>
          <a:lstStyle/>
          <a:p>
            <a:pPr algn="ctr"/>
            <a:fld id="{6BB6987E-DEA3-4B61-8C0A-028B33D0CFA7}" type="slidenum">
              <a:rPr kumimoji="1" lang="ja-JP" altLang="en-US" sz="1200" b="0" i="0" u="none" strike="noStrike" kern="1200" cap="none" spc="0" normalizeH="0" baseline="0" noProof="0" smtClean="0">
                <a:ln>
                  <a:noFill/>
                </a:ln>
                <a:solidFill>
                  <a:schemeClr val="bg1"/>
                </a:solidFill>
                <a:effectLst/>
                <a:uLnTx/>
                <a:uFillTx/>
                <a:latin typeface="+mn-ea"/>
                <a:ea typeface="+mn-ea"/>
                <a:cs typeface="+mn-cs"/>
              </a:rPr>
              <a:pPr algn="ctr"/>
              <a:t>‹#›</a:t>
            </a:fld>
            <a:endParaRPr kumimoji="1" lang="ja-JP" altLang="en-US" sz="3200">
              <a:solidFill>
                <a:schemeClr val="bg1"/>
              </a:solidFill>
              <a:latin typeface="+mn-ea"/>
              <a:ea typeface="+mn-ea"/>
            </a:endParaRPr>
          </a:p>
        </p:txBody>
      </p:sp>
      <p:sp>
        <p:nvSpPr>
          <p:cNvPr id="13" name="タイトル 1">
            <a:extLst>
              <a:ext uri="{FF2B5EF4-FFF2-40B4-BE49-F238E27FC236}">
                <a16:creationId xmlns:a16="http://schemas.microsoft.com/office/drawing/2014/main" id="{98AB8940-9130-B87C-6B49-EC004130F910}"/>
              </a:ext>
            </a:extLst>
          </p:cNvPr>
          <p:cNvSpPr>
            <a:spLocks noGrp="1"/>
          </p:cNvSpPr>
          <p:nvPr>
            <p:ph type="title"/>
          </p:nvPr>
        </p:nvSpPr>
        <p:spPr>
          <a:xfrm>
            <a:off x="803275" y="319405"/>
            <a:ext cx="10837863" cy="503555"/>
          </a:xfrm>
        </p:spPr>
        <p:txBody>
          <a:bodyPr>
            <a:noAutofit/>
          </a:bodyPr>
          <a:lstStyle>
            <a:lvl1pPr>
              <a:defRPr sz="2400" b="1" i="0" spc="300">
                <a:solidFill>
                  <a:srgbClr val="004098"/>
                </a:solidFill>
                <a:latin typeface="+mj-ea"/>
                <a:ea typeface="+mj-ea"/>
              </a:defRPr>
            </a:lvl1pPr>
          </a:lstStyle>
          <a:p>
            <a:r>
              <a:rPr kumimoji="1" lang="ja-JP" altLang="en-US"/>
              <a:t>マスター タイトルの書式設定</a:t>
            </a:r>
          </a:p>
        </p:txBody>
      </p:sp>
      <p:pic>
        <p:nvPicPr>
          <p:cNvPr id="2" name="図 1" descr="図形  中程度の精度で自動的に生成された説明">
            <a:extLst>
              <a:ext uri="{FF2B5EF4-FFF2-40B4-BE49-F238E27FC236}">
                <a16:creationId xmlns:a16="http://schemas.microsoft.com/office/drawing/2014/main" id="{F66B1B3D-83C3-DE56-42C9-5223F34920DC}"/>
              </a:ext>
            </a:extLst>
          </p:cNvPr>
          <p:cNvPicPr>
            <a:picLocks noChangeAspect="1"/>
          </p:cNvPicPr>
          <p:nvPr userDrawn="1"/>
        </p:nvPicPr>
        <p:blipFill>
          <a:blip r:embed="rId2"/>
          <a:stretch>
            <a:fillRect/>
          </a:stretch>
        </p:blipFill>
        <p:spPr>
          <a:xfrm>
            <a:off x="10714617" y="6431981"/>
            <a:ext cx="1125241" cy="266400"/>
          </a:xfrm>
          <a:prstGeom prst="rect">
            <a:avLst/>
          </a:prstGeom>
        </p:spPr>
      </p:pic>
      <p:sp>
        <p:nvSpPr>
          <p:cNvPr id="6" name="テキスト ボックス 5">
            <a:extLst>
              <a:ext uri="{FF2B5EF4-FFF2-40B4-BE49-F238E27FC236}">
                <a16:creationId xmlns:a16="http://schemas.microsoft.com/office/drawing/2014/main" id="{27F5C49F-4707-498E-C28A-2F292298A51B}"/>
              </a:ext>
            </a:extLst>
          </p:cNvPr>
          <p:cNvSpPr txBox="1"/>
          <p:nvPr userDrawn="1"/>
        </p:nvSpPr>
        <p:spPr>
          <a:xfrm>
            <a:off x="8851" y="2869064"/>
            <a:ext cx="307777" cy="3284848"/>
          </a:xfrm>
          <a:prstGeom prst="rect">
            <a:avLst/>
          </a:prstGeom>
          <a:noFill/>
        </p:spPr>
        <p:txBody>
          <a:bodyPr vert="eaVert" wrap="square">
            <a:spAutoFit/>
          </a:bodyPr>
          <a:lstStyle/>
          <a:p>
            <a:pPr lvl="0"/>
            <a:r>
              <a:rPr kumimoji="1" lang="ja-JP" altLang="en-US" sz="800">
                <a:solidFill>
                  <a:schemeClr val="bg1">
                    <a:lumMod val="75000"/>
                  </a:schemeClr>
                </a:solidFill>
                <a:latin typeface="+mn-ea"/>
                <a:ea typeface="+mn-ea"/>
              </a:rPr>
              <a:t>会社名・商品名・サ−ビス名は各社の登録商標 </a:t>
            </a:r>
            <a:r>
              <a:rPr kumimoji="1" lang="ja-JP" altLang="en-US" sz="800" b="0">
                <a:solidFill>
                  <a:schemeClr val="bg1">
                    <a:lumMod val="75000"/>
                  </a:schemeClr>
                </a:solidFill>
                <a:latin typeface="HGP明朝B" panose="02020800000000000000" pitchFamily="18" charset="-128"/>
                <a:ea typeface="HGP明朝B" panose="02020800000000000000" pitchFamily="18" charset="-128"/>
              </a:rPr>
              <a:t>、</a:t>
            </a:r>
            <a:r>
              <a:rPr kumimoji="1" lang="ja-JP" altLang="en-US" sz="800">
                <a:solidFill>
                  <a:schemeClr val="bg1">
                    <a:lumMod val="75000"/>
                  </a:schemeClr>
                </a:solidFill>
                <a:latin typeface="+mn-ea"/>
                <a:ea typeface="+mn-ea"/>
              </a:rPr>
              <a:t>または商標です</a:t>
            </a:r>
          </a:p>
        </p:txBody>
      </p:sp>
    </p:spTree>
    <p:extLst>
      <p:ext uri="{BB962C8B-B14F-4D97-AF65-F5344CB8AC3E}">
        <p14:creationId xmlns:p14="http://schemas.microsoft.com/office/powerpoint/2010/main" val="1622854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比較_２">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53E74B52-5118-69E7-7250-51633D17C15E}"/>
              </a:ext>
            </a:extLst>
          </p:cNvPr>
          <p:cNvSpPr>
            <a:spLocks noGrp="1"/>
          </p:cNvSpPr>
          <p:nvPr>
            <p:ph type="body" idx="1"/>
          </p:nvPr>
        </p:nvSpPr>
        <p:spPr>
          <a:xfrm>
            <a:off x="803275" y="704913"/>
            <a:ext cx="5157787" cy="823912"/>
          </a:xfrm>
        </p:spPr>
        <p:txBody>
          <a:bodyPr anchor="b">
            <a:normAutofit/>
          </a:bodyPr>
          <a:lstStyle>
            <a:lvl1pPr marL="0" indent="0">
              <a:lnSpc>
                <a:spcPct val="130000"/>
              </a:lnSpc>
              <a:buNone/>
              <a:defRPr sz="2400" b="1"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3D6F200C-371B-8CD0-274B-3AD88B98E6B4}"/>
              </a:ext>
            </a:extLst>
          </p:cNvPr>
          <p:cNvSpPr>
            <a:spLocks noGrp="1"/>
          </p:cNvSpPr>
          <p:nvPr>
            <p:ph sz="half" idx="2"/>
          </p:nvPr>
        </p:nvSpPr>
        <p:spPr>
          <a:xfrm>
            <a:off x="803275" y="1932051"/>
            <a:ext cx="5157787" cy="3684588"/>
          </a:xfrm>
        </p:spPr>
        <p:txBody>
          <a:bodyPr>
            <a:normAutofit/>
          </a:bodyPr>
          <a:lstStyle>
            <a:lvl1pPr marL="0" indent="0">
              <a:lnSpc>
                <a:spcPct val="150000"/>
              </a:lnSpc>
              <a:buNone/>
              <a:defRPr sz="20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a:t>マスター テキストの書式設定</a:t>
            </a:r>
          </a:p>
        </p:txBody>
      </p:sp>
      <p:sp>
        <p:nvSpPr>
          <p:cNvPr id="7" name="日付プレースホルダー 6">
            <a:extLst>
              <a:ext uri="{FF2B5EF4-FFF2-40B4-BE49-F238E27FC236}">
                <a16:creationId xmlns:a16="http://schemas.microsoft.com/office/drawing/2014/main" id="{A566790C-FC1A-1FFC-62D6-439B074B880B}"/>
              </a:ext>
            </a:extLst>
          </p:cNvPr>
          <p:cNvSpPr>
            <a:spLocks noGrp="1"/>
          </p:cNvSpPr>
          <p:nvPr>
            <p:ph type="dt" sz="half" idx="10"/>
          </p:nvPr>
        </p:nvSpPr>
        <p:spPr/>
        <p:txBody>
          <a:bodyPr/>
          <a:lstStyle/>
          <a:p>
            <a:fld id="{72B5C2F5-5B9F-984D-9F74-8964CBF50DCE}" type="datetime1">
              <a:rPr kumimoji="1" lang="ja-JP" altLang="en-US" smtClean="0"/>
              <a:t>2026/5/22</a:t>
            </a:fld>
            <a:endParaRPr kumimoji="1" lang="ja-JP" altLang="en-US"/>
          </a:p>
        </p:txBody>
      </p:sp>
      <p:sp>
        <p:nvSpPr>
          <p:cNvPr id="8" name="フッター プレースホルダー 7">
            <a:extLst>
              <a:ext uri="{FF2B5EF4-FFF2-40B4-BE49-F238E27FC236}">
                <a16:creationId xmlns:a16="http://schemas.microsoft.com/office/drawing/2014/main" id="{06A78D6E-B407-CD1C-C716-9EAB17968DFE}"/>
              </a:ext>
            </a:extLst>
          </p:cNvPr>
          <p:cNvSpPr>
            <a:spLocks noGrp="1"/>
          </p:cNvSpPr>
          <p:nvPr>
            <p:ph type="ftr" sz="quarter" idx="11"/>
          </p:nvPr>
        </p:nvSpPr>
        <p:spPr/>
        <p:txBody>
          <a:bodyPr/>
          <a:lstStyle/>
          <a:p>
            <a:endParaRPr kumimoji="1" lang="ja-JP" altLang="en-US"/>
          </a:p>
        </p:txBody>
      </p:sp>
      <p:sp>
        <p:nvSpPr>
          <p:cNvPr id="10" name="テキスト プレースホルダー 2">
            <a:extLst>
              <a:ext uri="{FF2B5EF4-FFF2-40B4-BE49-F238E27FC236}">
                <a16:creationId xmlns:a16="http://schemas.microsoft.com/office/drawing/2014/main" id="{2FF559DD-D1FF-5912-6960-A787F34AA609}"/>
              </a:ext>
            </a:extLst>
          </p:cNvPr>
          <p:cNvSpPr>
            <a:spLocks noGrp="1"/>
          </p:cNvSpPr>
          <p:nvPr>
            <p:ph type="body" idx="13"/>
          </p:nvPr>
        </p:nvSpPr>
        <p:spPr>
          <a:xfrm>
            <a:off x="6483351" y="704913"/>
            <a:ext cx="5157787" cy="823912"/>
          </a:xfrm>
        </p:spPr>
        <p:txBody>
          <a:bodyPr anchor="b">
            <a:normAutofit/>
          </a:bodyPr>
          <a:lstStyle>
            <a:lvl1pPr marL="0" indent="0">
              <a:lnSpc>
                <a:spcPct val="130000"/>
              </a:lnSpc>
              <a:buNone/>
              <a:defRPr sz="2400" b="1"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11" name="コンテンツ プレースホルダー 3">
            <a:extLst>
              <a:ext uri="{FF2B5EF4-FFF2-40B4-BE49-F238E27FC236}">
                <a16:creationId xmlns:a16="http://schemas.microsoft.com/office/drawing/2014/main" id="{4EDB58B2-3798-FED9-4C87-0F0929166FE8}"/>
              </a:ext>
            </a:extLst>
          </p:cNvPr>
          <p:cNvSpPr>
            <a:spLocks noGrp="1"/>
          </p:cNvSpPr>
          <p:nvPr>
            <p:ph sz="half" idx="14"/>
          </p:nvPr>
        </p:nvSpPr>
        <p:spPr>
          <a:xfrm>
            <a:off x="6483351" y="1932051"/>
            <a:ext cx="5157787" cy="3684588"/>
          </a:xfrm>
        </p:spPr>
        <p:txBody>
          <a:bodyPr>
            <a:normAutofit/>
          </a:bodyPr>
          <a:lstStyle>
            <a:lvl1pPr marL="0" indent="0">
              <a:lnSpc>
                <a:spcPct val="150000"/>
              </a:lnSpc>
              <a:buNone/>
              <a:defRPr sz="20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a:t>マスター テキストの書式設定</a:t>
            </a:r>
          </a:p>
        </p:txBody>
      </p:sp>
      <p:sp>
        <p:nvSpPr>
          <p:cNvPr id="12" name="正方形/長方形 11">
            <a:extLst>
              <a:ext uri="{FF2B5EF4-FFF2-40B4-BE49-F238E27FC236}">
                <a16:creationId xmlns:a16="http://schemas.microsoft.com/office/drawing/2014/main" id="{38F4E8F8-A13E-23D3-4066-569BD344C962}"/>
              </a:ext>
            </a:extLst>
          </p:cNvPr>
          <p:cNvSpPr/>
          <p:nvPr userDrawn="1"/>
        </p:nvSpPr>
        <p:spPr>
          <a:xfrm>
            <a:off x="0" y="0"/>
            <a:ext cx="321469" cy="6858000"/>
          </a:xfrm>
          <a:prstGeom prst="rect">
            <a:avLst/>
          </a:prstGeom>
          <a:solidFill>
            <a:srgbClr val="0040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73FDB1A3-0B8E-B0D5-18BA-93517EA7162C}"/>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75000"/>
                  </a:schemeClr>
                </a:solidFill>
                <a:latin typeface="游ゴシック" panose="020B0400000000000000" pitchFamily="50" charset="-128"/>
                <a:ea typeface="游ゴシック" panose="020B0400000000000000" pitchFamily="50" charset="-128"/>
              </a:rPr>
              <a:t>©︎2025 VeriServe Corp.  </a:t>
            </a:r>
            <a:endParaRPr kumimoji="1" lang="ja-JP" altLang="en-US" sz="800">
              <a:solidFill>
                <a:schemeClr val="bg1">
                  <a:lumMod val="75000"/>
                </a:schemeClr>
              </a:solidFill>
              <a:latin typeface="游ゴシック" panose="020B0400000000000000" pitchFamily="50" charset="-128"/>
              <a:ea typeface="游ゴシック" panose="020B0400000000000000" pitchFamily="50" charset="-128"/>
            </a:endParaRPr>
          </a:p>
        </p:txBody>
      </p:sp>
      <p:sp>
        <p:nvSpPr>
          <p:cNvPr id="13" name="テキスト ボックス 12">
            <a:extLst>
              <a:ext uri="{FF2B5EF4-FFF2-40B4-BE49-F238E27FC236}">
                <a16:creationId xmlns:a16="http://schemas.microsoft.com/office/drawing/2014/main" id="{516D686B-67A9-2706-9C48-BC65BAB1F44E}"/>
              </a:ext>
            </a:extLst>
          </p:cNvPr>
          <p:cNvSpPr txBox="1"/>
          <p:nvPr userDrawn="1"/>
        </p:nvSpPr>
        <p:spPr>
          <a:xfrm>
            <a:off x="13875" y="6469541"/>
            <a:ext cx="294953" cy="184666"/>
          </a:xfrm>
          <a:prstGeom prst="rect">
            <a:avLst/>
          </a:prstGeom>
          <a:noFill/>
        </p:spPr>
        <p:txBody>
          <a:bodyPr wrap="none" lIns="0" tIns="0" rIns="0" bIns="0" rtlCol="0">
            <a:spAutoFit/>
          </a:bodyPr>
          <a:lstStyle/>
          <a:p>
            <a:pPr algn="ctr"/>
            <a:fld id="{6BB6987E-DEA3-4B61-8C0A-028B33D0CFA7}" type="slidenum">
              <a:rPr kumimoji="1" lang="ja-JP" altLang="en-US" sz="1200" b="0" i="0" u="none" strike="noStrike" kern="1200" cap="none" spc="0" normalizeH="0" baseline="0" noProof="0" smtClean="0">
                <a:ln>
                  <a:noFill/>
                </a:ln>
                <a:solidFill>
                  <a:schemeClr val="bg1"/>
                </a:solidFill>
                <a:effectLst/>
                <a:uLnTx/>
                <a:uFillTx/>
                <a:latin typeface="+mn-ea"/>
                <a:ea typeface="+mn-ea"/>
                <a:cs typeface="+mn-cs"/>
              </a:rPr>
              <a:pPr algn="ctr"/>
              <a:t>‹#›</a:t>
            </a:fld>
            <a:endParaRPr kumimoji="1" lang="ja-JP" altLang="en-US" sz="3200">
              <a:solidFill>
                <a:schemeClr val="bg1"/>
              </a:solidFill>
              <a:latin typeface="+mn-ea"/>
              <a:ea typeface="+mn-ea"/>
            </a:endParaRPr>
          </a:p>
        </p:txBody>
      </p:sp>
      <p:pic>
        <p:nvPicPr>
          <p:cNvPr id="6" name="図 5" descr="図形  中程度の精度で自動的に生成された説明">
            <a:extLst>
              <a:ext uri="{FF2B5EF4-FFF2-40B4-BE49-F238E27FC236}">
                <a16:creationId xmlns:a16="http://schemas.microsoft.com/office/drawing/2014/main" id="{6860FB44-B23D-1B70-99BC-DF37968A472A}"/>
              </a:ext>
            </a:extLst>
          </p:cNvPr>
          <p:cNvPicPr>
            <a:picLocks noChangeAspect="1"/>
          </p:cNvPicPr>
          <p:nvPr userDrawn="1"/>
        </p:nvPicPr>
        <p:blipFill>
          <a:blip r:embed="rId2"/>
          <a:stretch>
            <a:fillRect/>
          </a:stretch>
        </p:blipFill>
        <p:spPr>
          <a:xfrm>
            <a:off x="10714617" y="6431981"/>
            <a:ext cx="1125241" cy="266400"/>
          </a:xfrm>
          <a:prstGeom prst="rect">
            <a:avLst/>
          </a:prstGeom>
        </p:spPr>
      </p:pic>
      <p:sp>
        <p:nvSpPr>
          <p:cNvPr id="5" name="テキスト ボックス 4">
            <a:extLst>
              <a:ext uri="{FF2B5EF4-FFF2-40B4-BE49-F238E27FC236}">
                <a16:creationId xmlns:a16="http://schemas.microsoft.com/office/drawing/2014/main" id="{6F870410-5637-F94A-48E0-A5B36F04218C}"/>
              </a:ext>
            </a:extLst>
          </p:cNvPr>
          <p:cNvSpPr txBox="1"/>
          <p:nvPr userDrawn="1"/>
        </p:nvSpPr>
        <p:spPr>
          <a:xfrm>
            <a:off x="8851" y="2869064"/>
            <a:ext cx="307777" cy="3284848"/>
          </a:xfrm>
          <a:prstGeom prst="rect">
            <a:avLst/>
          </a:prstGeom>
          <a:noFill/>
        </p:spPr>
        <p:txBody>
          <a:bodyPr vert="eaVert" wrap="square">
            <a:spAutoFit/>
          </a:bodyPr>
          <a:lstStyle/>
          <a:p>
            <a:pPr lvl="0"/>
            <a:r>
              <a:rPr kumimoji="1" lang="ja-JP" altLang="en-US" sz="800">
                <a:solidFill>
                  <a:schemeClr val="bg1">
                    <a:lumMod val="75000"/>
                  </a:schemeClr>
                </a:solidFill>
                <a:latin typeface="+mn-ea"/>
                <a:ea typeface="+mn-ea"/>
              </a:rPr>
              <a:t>会社名・商品名・サ−ビス名は各社の登録商標 </a:t>
            </a:r>
            <a:r>
              <a:rPr kumimoji="1" lang="ja-JP" altLang="en-US" sz="800" b="0">
                <a:solidFill>
                  <a:schemeClr val="bg1">
                    <a:lumMod val="75000"/>
                  </a:schemeClr>
                </a:solidFill>
                <a:latin typeface="HGP明朝B" panose="02020800000000000000" pitchFamily="18" charset="-128"/>
                <a:ea typeface="HGP明朝B" panose="02020800000000000000" pitchFamily="18" charset="-128"/>
              </a:rPr>
              <a:t>、</a:t>
            </a:r>
            <a:r>
              <a:rPr kumimoji="1" lang="ja-JP" altLang="en-US" sz="800">
                <a:solidFill>
                  <a:schemeClr val="bg1">
                    <a:lumMod val="75000"/>
                  </a:schemeClr>
                </a:solidFill>
                <a:latin typeface="+mn-ea"/>
                <a:ea typeface="+mn-ea"/>
              </a:rPr>
              <a:t>または商標です</a:t>
            </a:r>
          </a:p>
        </p:txBody>
      </p:sp>
    </p:spTree>
    <p:extLst>
      <p:ext uri="{BB962C8B-B14F-4D97-AF65-F5344CB8AC3E}">
        <p14:creationId xmlns:p14="http://schemas.microsoft.com/office/powerpoint/2010/main" val="270716320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比較_３">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53E74B52-5118-69E7-7250-51633D17C15E}"/>
              </a:ext>
            </a:extLst>
          </p:cNvPr>
          <p:cNvSpPr>
            <a:spLocks noGrp="1"/>
          </p:cNvSpPr>
          <p:nvPr>
            <p:ph type="body" idx="1"/>
          </p:nvPr>
        </p:nvSpPr>
        <p:spPr>
          <a:xfrm>
            <a:off x="802384" y="821443"/>
            <a:ext cx="3142938" cy="823912"/>
          </a:xfrm>
        </p:spPr>
        <p:txBody>
          <a:bodyPr anchor="b">
            <a:noAutofit/>
          </a:bodyPr>
          <a:lstStyle>
            <a:lvl1pPr marL="0" indent="0">
              <a:lnSpc>
                <a:spcPct val="130000"/>
              </a:lnSpc>
              <a:buNone/>
              <a:defRPr sz="2400" b="1" spc="100" baseline="0">
                <a:latin typeface="+mn-ea"/>
                <a:ea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3D6F200C-371B-8CD0-274B-3AD88B98E6B4}"/>
              </a:ext>
            </a:extLst>
          </p:cNvPr>
          <p:cNvSpPr>
            <a:spLocks noGrp="1"/>
          </p:cNvSpPr>
          <p:nvPr>
            <p:ph sz="half" idx="2"/>
          </p:nvPr>
        </p:nvSpPr>
        <p:spPr>
          <a:xfrm>
            <a:off x="802384" y="1819690"/>
            <a:ext cx="3346307" cy="4114419"/>
          </a:xfrm>
        </p:spPr>
        <p:txBody>
          <a:bodyPr>
            <a:normAutofit/>
          </a:bodyPr>
          <a:lstStyle>
            <a:lvl1pPr marL="0" indent="0">
              <a:lnSpc>
                <a:spcPct val="150000"/>
              </a:lnSpc>
              <a:buNone/>
              <a:defRPr sz="18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a:t>マスター テキストの書式設定</a:t>
            </a:r>
          </a:p>
        </p:txBody>
      </p:sp>
      <p:sp>
        <p:nvSpPr>
          <p:cNvPr id="7" name="日付プレースホルダー 6">
            <a:extLst>
              <a:ext uri="{FF2B5EF4-FFF2-40B4-BE49-F238E27FC236}">
                <a16:creationId xmlns:a16="http://schemas.microsoft.com/office/drawing/2014/main" id="{A566790C-FC1A-1FFC-62D6-439B074B880B}"/>
              </a:ext>
            </a:extLst>
          </p:cNvPr>
          <p:cNvSpPr>
            <a:spLocks noGrp="1"/>
          </p:cNvSpPr>
          <p:nvPr>
            <p:ph type="dt" sz="half" idx="10"/>
          </p:nvPr>
        </p:nvSpPr>
        <p:spPr/>
        <p:txBody>
          <a:bodyPr/>
          <a:lstStyle/>
          <a:p>
            <a:fld id="{72B5C2F5-5B9F-984D-9F74-8964CBF50DCE}" type="datetime1">
              <a:rPr kumimoji="1" lang="ja-JP" altLang="en-US" smtClean="0"/>
              <a:t>2026/5/22</a:t>
            </a:fld>
            <a:endParaRPr kumimoji="1" lang="ja-JP" altLang="en-US"/>
          </a:p>
        </p:txBody>
      </p:sp>
      <p:sp>
        <p:nvSpPr>
          <p:cNvPr id="8" name="フッター プレースホルダー 7">
            <a:extLst>
              <a:ext uri="{FF2B5EF4-FFF2-40B4-BE49-F238E27FC236}">
                <a16:creationId xmlns:a16="http://schemas.microsoft.com/office/drawing/2014/main" id="{06A78D6E-B407-CD1C-C716-9EAB17968DFE}"/>
              </a:ext>
            </a:extLst>
          </p:cNvPr>
          <p:cNvSpPr>
            <a:spLocks noGrp="1"/>
          </p:cNvSpPr>
          <p:nvPr>
            <p:ph type="ftr" sz="quarter" idx="11"/>
          </p:nvPr>
        </p:nvSpPr>
        <p:spPr/>
        <p:txBody>
          <a:bodyPr/>
          <a:lstStyle/>
          <a:p>
            <a:endParaRPr kumimoji="1" lang="ja-JP" altLang="en-US"/>
          </a:p>
        </p:txBody>
      </p:sp>
      <p:sp>
        <p:nvSpPr>
          <p:cNvPr id="12" name="正方形/長方形 11">
            <a:extLst>
              <a:ext uri="{FF2B5EF4-FFF2-40B4-BE49-F238E27FC236}">
                <a16:creationId xmlns:a16="http://schemas.microsoft.com/office/drawing/2014/main" id="{38F4E8F8-A13E-23D3-4066-569BD344C962}"/>
              </a:ext>
            </a:extLst>
          </p:cNvPr>
          <p:cNvSpPr/>
          <p:nvPr userDrawn="1"/>
        </p:nvSpPr>
        <p:spPr>
          <a:xfrm>
            <a:off x="0" y="0"/>
            <a:ext cx="321469" cy="6858000"/>
          </a:xfrm>
          <a:prstGeom prst="rect">
            <a:avLst/>
          </a:prstGeom>
          <a:solidFill>
            <a:srgbClr val="0040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73FDB1A3-0B8E-B0D5-18BA-93517EA7162C}"/>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75000"/>
                  </a:schemeClr>
                </a:solidFill>
                <a:latin typeface="+mn-lt"/>
                <a:ea typeface="游ゴシック" panose="020B0400000000000000" pitchFamily="50" charset="-128"/>
              </a:rPr>
              <a:t>©︎2025 VeriServe Corp.  </a:t>
            </a:r>
            <a:endParaRPr kumimoji="1" lang="ja-JP" altLang="en-US" sz="800">
              <a:solidFill>
                <a:schemeClr val="bg1">
                  <a:lumMod val="75000"/>
                </a:schemeClr>
              </a:solidFill>
              <a:latin typeface="+mn-lt"/>
              <a:ea typeface="游ゴシック" panose="020B0400000000000000" pitchFamily="50" charset="-128"/>
            </a:endParaRPr>
          </a:p>
        </p:txBody>
      </p:sp>
      <p:sp>
        <p:nvSpPr>
          <p:cNvPr id="2" name="テキスト プレースホルダー 2">
            <a:extLst>
              <a:ext uri="{FF2B5EF4-FFF2-40B4-BE49-F238E27FC236}">
                <a16:creationId xmlns:a16="http://schemas.microsoft.com/office/drawing/2014/main" id="{030AE112-0658-4F05-FD3F-A81B712E520C}"/>
              </a:ext>
            </a:extLst>
          </p:cNvPr>
          <p:cNvSpPr>
            <a:spLocks noGrp="1"/>
          </p:cNvSpPr>
          <p:nvPr>
            <p:ph type="body" idx="13"/>
          </p:nvPr>
        </p:nvSpPr>
        <p:spPr>
          <a:xfrm>
            <a:off x="4548608" y="821443"/>
            <a:ext cx="3142938" cy="823912"/>
          </a:xfrm>
        </p:spPr>
        <p:txBody>
          <a:bodyPr anchor="b">
            <a:noAutofit/>
          </a:bodyPr>
          <a:lstStyle>
            <a:lvl1pPr marL="0" indent="0">
              <a:lnSpc>
                <a:spcPct val="130000"/>
              </a:lnSpc>
              <a:buNone/>
              <a:defRPr sz="2400" b="1" spc="100" baseline="0">
                <a:latin typeface="+mn-ea"/>
                <a:ea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5" name="コンテンツ プレースホルダー 3">
            <a:extLst>
              <a:ext uri="{FF2B5EF4-FFF2-40B4-BE49-F238E27FC236}">
                <a16:creationId xmlns:a16="http://schemas.microsoft.com/office/drawing/2014/main" id="{3E9BEAA0-0088-AC86-336E-2B295F6AE914}"/>
              </a:ext>
            </a:extLst>
          </p:cNvPr>
          <p:cNvSpPr>
            <a:spLocks noGrp="1"/>
          </p:cNvSpPr>
          <p:nvPr>
            <p:ph sz="half" idx="14"/>
          </p:nvPr>
        </p:nvSpPr>
        <p:spPr>
          <a:xfrm>
            <a:off x="4548608" y="1819690"/>
            <a:ext cx="3346307" cy="4114419"/>
          </a:xfrm>
        </p:spPr>
        <p:txBody>
          <a:bodyPr>
            <a:normAutofit/>
          </a:bodyPr>
          <a:lstStyle>
            <a:lvl1pPr marL="0" indent="0">
              <a:lnSpc>
                <a:spcPct val="150000"/>
              </a:lnSpc>
              <a:buNone/>
              <a:defRPr sz="18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a:t>マスター テキストの書式設定</a:t>
            </a:r>
          </a:p>
        </p:txBody>
      </p:sp>
      <p:sp>
        <p:nvSpPr>
          <p:cNvPr id="6" name="テキスト プレースホルダー 2">
            <a:extLst>
              <a:ext uri="{FF2B5EF4-FFF2-40B4-BE49-F238E27FC236}">
                <a16:creationId xmlns:a16="http://schemas.microsoft.com/office/drawing/2014/main" id="{D5771BC7-1B5E-D00C-29AC-6C609C1E27A1}"/>
              </a:ext>
            </a:extLst>
          </p:cNvPr>
          <p:cNvSpPr>
            <a:spLocks noGrp="1"/>
          </p:cNvSpPr>
          <p:nvPr>
            <p:ph type="body" idx="15"/>
          </p:nvPr>
        </p:nvSpPr>
        <p:spPr>
          <a:xfrm>
            <a:off x="8294831" y="821443"/>
            <a:ext cx="3142938" cy="823912"/>
          </a:xfrm>
        </p:spPr>
        <p:txBody>
          <a:bodyPr anchor="b">
            <a:noAutofit/>
          </a:bodyPr>
          <a:lstStyle>
            <a:lvl1pPr marL="0" indent="0">
              <a:lnSpc>
                <a:spcPct val="130000"/>
              </a:lnSpc>
              <a:buNone/>
              <a:defRPr sz="2400" b="1" spc="100" baseline="0">
                <a:latin typeface="+mn-ea"/>
                <a:ea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9" name="コンテンツ プレースホルダー 3">
            <a:extLst>
              <a:ext uri="{FF2B5EF4-FFF2-40B4-BE49-F238E27FC236}">
                <a16:creationId xmlns:a16="http://schemas.microsoft.com/office/drawing/2014/main" id="{7538BFE3-FAF0-8713-1C78-BF9A83965D3E}"/>
              </a:ext>
            </a:extLst>
          </p:cNvPr>
          <p:cNvSpPr>
            <a:spLocks noGrp="1"/>
          </p:cNvSpPr>
          <p:nvPr>
            <p:ph sz="half" idx="16"/>
          </p:nvPr>
        </p:nvSpPr>
        <p:spPr>
          <a:xfrm>
            <a:off x="8294831" y="1819690"/>
            <a:ext cx="3346307" cy="4114419"/>
          </a:xfrm>
        </p:spPr>
        <p:txBody>
          <a:bodyPr>
            <a:normAutofit/>
          </a:bodyPr>
          <a:lstStyle>
            <a:lvl1pPr marL="0" indent="0">
              <a:lnSpc>
                <a:spcPct val="150000"/>
              </a:lnSpc>
              <a:buNone/>
              <a:defRPr sz="18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a:t>マスター テキストの書式設定</a:t>
            </a:r>
          </a:p>
        </p:txBody>
      </p:sp>
      <p:sp>
        <p:nvSpPr>
          <p:cNvPr id="14" name="テキスト ボックス 13">
            <a:extLst>
              <a:ext uri="{FF2B5EF4-FFF2-40B4-BE49-F238E27FC236}">
                <a16:creationId xmlns:a16="http://schemas.microsoft.com/office/drawing/2014/main" id="{22CE93CD-7A38-5581-F626-63D4433BBAE5}"/>
              </a:ext>
            </a:extLst>
          </p:cNvPr>
          <p:cNvSpPr txBox="1"/>
          <p:nvPr userDrawn="1"/>
        </p:nvSpPr>
        <p:spPr>
          <a:xfrm>
            <a:off x="13875" y="6469541"/>
            <a:ext cx="294953" cy="184666"/>
          </a:xfrm>
          <a:prstGeom prst="rect">
            <a:avLst/>
          </a:prstGeom>
          <a:noFill/>
        </p:spPr>
        <p:txBody>
          <a:bodyPr wrap="none" lIns="0" tIns="0" rIns="0" bIns="0" rtlCol="0">
            <a:spAutoFit/>
          </a:bodyPr>
          <a:lstStyle/>
          <a:p>
            <a:pPr algn="ctr"/>
            <a:fld id="{6BB6987E-DEA3-4B61-8C0A-028B33D0CFA7}" type="slidenum">
              <a:rPr kumimoji="1" lang="ja-JP" altLang="en-US" sz="1200" b="0" i="0" u="none" strike="noStrike" kern="1200" cap="none" spc="0" normalizeH="0" baseline="0" noProof="0" smtClean="0">
                <a:ln>
                  <a:noFill/>
                </a:ln>
                <a:solidFill>
                  <a:schemeClr val="bg1"/>
                </a:solidFill>
                <a:effectLst/>
                <a:uLnTx/>
                <a:uFillTx/>
                <a:latin typeface="+mn-ea"/>
                <a:ea typeface="+mn-ea"/>
                <a:cs typeface="+mn-cs"/>
              </a:rPr>
              <a:pPr algn="ctr"/>
              <a:t>‹#›</a:t>
            </a:fld>
            <a:endParaRPr kumimoji="1" lang="ja-JP" altLang="en-US" sz="3200">
              <a:solidFill>
                <a:schemeClr val="bg1"/>
              </a:solidFill>
              <a:latin typeface="+mn-ea"/>
              <a:ea typeface="+mn-ea"/>
            </a:endParaRPr>
          </a:p>
        </p:txBody>
      </p:sp>
      <p:pic>
        <p:nvPicPr>
          <p:cNvPr id="13" name="図 12" descr="図形  中程度の精度で自動的に生成された説明">
            <a:extLst>
              <a:ext uri="{FF2B5EF4-FFF2-40B4-BE49-F238E27FC236}">
                <a16:creationId xmlns:a16="http://schemas.microsoft.com/office/drawing/2014/main" id="{5B7CA473-486E-4591-B868-C5CD91E7F88C}"/>
              </a:ext>
            </a:extLst>
          </p:cNvPr>
          <p:cNvPicPr>
            <a:picLocks noChangeAspect="1"/>
          </p:cNvPicPr>
          <p:nvPr userDrawn="1"/>
        </p:nvPicPr>
        <p:blipFill>
          <a:blip r:embed="rId2"/>
          <a:stretch>
            <a:fillRect/>
          </a:stretch>
        </p:blipFill>
        <p:spPr>
          <a:xfrm>
            <a:off x="10714617" y="6431981"/>
            <a:ext cx="1125241" cy="266400"/>
          </a:xfrm>
          <a:prstGeom prst="rect">
            <a:avLst/>
          </a:prstGeom>
        </p:spPr>
      </p:pic>
      <p:sp>
        <p:nvSpPr>
          <p:cNvPr id="11" name="テキスト ボックス 10">
            <a:extLst>
              <a:ext uri="{FF2B5EF4-FFF2-40B4-BE49-F238E27FC236}">
                <a16:creationId xmlns:a16="http://schemas.microsoft.com/office/drawing/2014/main" id="{25BA805D-2AAE-56F3-2BB9-FBA56D96C290}"/>
              </a:ext>
            </a:extLst>
          </p:cNvPr>
          <p:cNvSpPr txBox="1"/>
          <p:nvPr userDrawn="1"/>
        </p:nvSpPr>
        <p:spPr>
          <a:xfrm>
            <a:off x="8851" y="2869064"/>
            <a:ext cx="307777" cy="3284848"/>
          </a:xfrm>
          <a:prstGeom prst="rect">
            <a:avLst/>
          </a:prstGeom>
          <a:noFill/>
        </p:spPr>
        <p:txBody>
          <a:bodyPr vert="eaVert" wrap="square">
            <a:spAutoFit/>
          </a:bodyPr>
          <a:lstStyle/>
          <a:p>
            <a:pPr lvl="0"/>
            <a:r>
              <a:rPr kumimoji="1" lang="ja-JP" altLang="en-US" sz="800">
                <a:solidFill>
                  <a:schemeClr val="bg1">
                    <a:lumMod val="75000"/>
                  </a:schemeClr>
                </a:solidFill>
                <a:latin typeface="+mn-ea"/>
                <a:ea typeface="+mn-ea"/>
              </a:rPr>
              <a:t>会社名・商品名・サ−ビス名は各社の登録商標 </a:t>
            </a:r>
            <a:r>
              <a:rPr kumimoji="1" lang="ja-JP" altLang="en-US" sz="800" b="0">
                <a:solidFill>
                  <a:schemeClr val="bg1">
                    <a:lumMod val="75000"/>
                  </a:schemeClr>
                </a:solidFill>
                <a:latin typeface="HGP明朝B" panose="02020800000000000000" pitchFamily="18" charset="-128"/>
                <a:ea typeface="HGP明朝B" panose="02020800000000000000" pitchFamily="18" charset="-128"/>
              </a:rPr>
              <a:t>、</a:t>
            </a:r>
            <a:r>
              <a:rPr kumimoji="1" lang="ja-JP" altLang="en-US" sz="800">
                <a:solidFill>
                  <a:schemeClr val="bg1">
                    <a:lumMod val="75000"/>
                  </a:schemeClr>
                </a:solidFill>
                <a:latin typeface="+mn-ea"/>
                <a:ea typeface="+mn-ea"/>
              </a:rPr>
              <a:t>または商標です</a:t>
            </a:r>
          </a:p>
        </p:txBody>
      </p:sp>
    </p:spTree>
    <p:extLst>
      <p:ext uri="{BB962C8B-B14F-4D97-AF65-F5344CB8AC3E}">
        <p14:creationId xmlns:p14="http://schemas.microsoft.com/office/powerpoint/2010/main" val="36159998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青_EOF">
    <p:bg>
      <p:bgPr>
        <a:solidFill>
          <a:srgbClr val="004098"/>
        </a:solidFill>
        <a:effectLst/>
      </p:bgPr>
    </p:bg>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227B8E63-9637-2707-94AB-42F626B09A49}"/>
              </a:ext>
            </a:extLst>
          </p:cNvPr>
          <p:cNvSpPr>
            <a:spLocks noGrp="1"/>
          </p:cNvSpPr>
          <p:nvPr>
            <p:ph type="dt" sz="half" idx="10"/>
          </p:nvPr>
        </p:nvSpPr>
        <p:spPr/>
        <p:txBody>
          <a:bodyPr/>
          <a:lstStyle/>
          <a:p>
            <a:fld id="{BB973515-480C-9C4A-8AAA-B3759DA3FA25}" type="datetime1">
              <a:rPr kumimoji="1" lang="ja-JP" altLang="en-US" smtClean="0"/>
              <a:t>2026/5/22</a:t>
            </a:fld>
            <a:endParaRPr kumimoji="1" lang="ja-JP" altLang="en-US"/>
          </a:p>
        </p:txBody>
      </p:sp>
      <p:sp>
        <p:nvSpPr>
          <p:cNvPr id="5" name="フッター プレースホルダー 4">
            <a:extLst>
              <a:ext uri="{FF2B5EF4-FFF2-40B4-BE49-F238E27FC236}">
                <a16:creationId xmlns:a16="http://schemas.microsoft.com/office/drawing/2014/main" id="{6E30F219-213A-E9E5-8033-80390A3B6B8D}"/>
              </a:ext>
            </a:extLst>
          </p:cNvPr>
          <p:cNvSpPr>
            <a:spLocks noGrp="1"/>
          </p:cNvSpPr>
          <p:nvPr>
            <p:ph type="ftr" sz="quarter" idx="11"/>
          </p:nvPr>
        </p:nvSpPr>
        <p:spPr/>
        <p:txBody>
          <a:bodyPr/>
          <a:lstStyle/>
          <a:p>
            <a:endParaRPr kumimoji="1" lang="ja-JP" altLang="en-US"/>
          </a:p>
        </p:txBody>
      </p:sp>
      <p:sp>
        <p:nvSpPr>
          <p:cNvPr id="7" name="正方形/長方形 6">
            <a:extLst>
              <a:ext uri="{FF2B5EF4-FFF2-40B4-BE49-F238E27FC236}">
                <a16:creationId xmlns:a16="http://schemas.microsoft.com/office/drawing/2014/main" id="{ADBC357F-A501-18A2-0F53-151FF2F531C4}"/>
              </a:ext>
            </a:extLst>
          </p:cNvPr>
          <p:cNvSpPr/>
          <p:nvPr userDrawn="1"/>
        </p:nvSpPr>
        <p:spPr>
          <a:xfrm>
            <a:off x="0" y="2280"/>
            <a:ext cx="321469"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D399AC86-9129-DBDE-2676-5048E9B2B2CA}"/>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50000"/>
                  </a:schemeClr>
                </a:solidFill>
                <a:latin typeface="游ゴシック" panose="020B0400000000000000" pitchFamily="50" charset="-128"/>
                <a:ea typeface="游ゴシック" panose="020B0400000000000000" pitchFamily="50" charset="-128"/>
              </a:rPr>
              <a:t>©︎2025 VeriServe Corp.  </a:t>
            </a:r>
            <a:endParaRPr kumimoji="1" lang="ja-JP" altLang="en-US" sz="800">
              <a:solidFill>
                <a:schemeClr val="bg1">
                  <a:lumMod val="50000"/>
                </a:schemeClr>
              </a:solidFill>
              <a:latin typeface="游ゴシック" panose="020B0400000000000000" pitchFamily="50" charset="-128"/>
              <a:ea typeface="游ゴシック" panose="020B0400000000000000" pitchFamily="50" charset="-128"/>
            </a:endParaRPr>
          </a:p>
        </p:txBody>
      </p:sp>
      <p:pic>
        <p:nvPicPr>
          <p:cNvPr id="6" name="図 5" descr="テキスト  自動的に生成された説明">
            <a:extLst>
              <a:ext uri="{FF2B5EF4-FFF2-40B4-BE49-F238E27FC236}">
                <a16:creationId xmlns:a16="http://schemas.microsoft.com/office/drawing/2014/main" id="{FF66FED3-60CE-D9AA-2BE9-83FC672DEAD7}"/>
              </a:ext>
            </a:extLst>
          </p:cNvPr>
          <p:cNvPicPr>
            <a:picLocks noChangeAspect="1"/>
          </p:cNvPicPr>
          <p:nvPr userDrawn="1"/>
        </p:nvPicPr>
        <p:blipFill>
          <a:blip r:embed="rId2"/>
          <a:stretch>
            <a:fillRect/>
          </a:stretch>
        </p:blipFill>
        <p:spPr>
          <a:xfrm>
            <a:off x="696000" y="809005"/>
            <a:ext cx="3926250" cy="1430900"/>
          </a:xfrm>
          <a:prstGeom prst="rect">
            <a:avLst/>
          </a:prstGeom>
        </p:spPr>
      </p:pic>
      <p:pic>
        <p:nvPicPr>
          <p:cNvPr id="9" name="図 8" descr="ロゴ  自動的に生成された説明">
            <a:extLst>
              <a:ext uri="{FF2B5EF4-FFF2-40B4-BE49-F238E27FC236}">
                <a16:creationId xmlns:a16="http://schemas.microsoft.com/office/drawing/2014/main" id="{5BE9DBA1-38F7-875A-5A73-4BAE622CBC02}"/>
              </a:ext>
            </a:extLst>
          </p:cNvPr>
          <p:cNvPicPr>
            <a:picLocks noChangeAspect="1"/>
          </p:cNvPicPr>
          <p:nvPr userDrawn="1"/>
        </p:nvPicPr>
        <p:blipFill>
          <a:blip r:embed="rId3"/>
          <a:stretch>
            <a:fillRect/>
          </a:stretch>
        </p:blipFill>
        <p:spPr>
          <a:xfrm>
            <a:off x="8296295" y="4316455"/>
            <a:ext cx="2263705" cy="612000"/>
          </a:xfrm>
          <a:prstGeom prst="rect">
            <a:avLst/>
          </a:prstGeom>
        </p:spPr>
      </p:pic>
      <p:sp>
        <p:nvSpPr>
          <p:cNvPr id="11" name="テキスト ボックス 10">
            <a:extLst>
              <a:ext uri="{FF2B5EF4-FFF2-40B4-BE49-F238E27FC236}">
                <a16:creationId xmlns:a16="http://schemas.microsoft.com/office/drawing/2014/main" id="{9BB6DD0A-C78A-277B-603A-E1959698BB90}"/>
              </a:ext>
            </a:extLst>
          </p:cNvPr>
          <p:cNvSpPr txBox="1"/>
          <p:nvPr userDrawn="1"/>
        </p:nvSpPr>
        <p:spPr>
          <a:xfrm>
            <a:off x="8215705" y="5072455"/>
            <a:ext cx="3240000" cy="855491"/>
          </a:xfrm>
          <a:prstGeom prst="rect">
            <a:avLst/>
          </a:prstGeom>
          <a:noFill/>
        </p:spPr>
        <p:txBody>
          <a:bodyPr wrap="square" rtlCol="0">
            <a:spAutoFit/>
          </a:bodyPr>
          <a:lstStyle/>
          <a:p>
            <a:pPr marL="0" marR="0" lvl="0" indent="0" defTabSz="914400" eaLnBrk="1" fontAlgn="auto" latinLnBrk="0" hangingPunct="1">
              <a:lnSpc>
                <a:spcPts val="2000"/>
              </a:lnSpc>
              <a:spcBef>
                <a:spcPts val="0"/>
              </a:spcBef>
              <a:spcAft>
                <a:spcPts val="0"/>
              </a:spcAft>
              <a:buClrTx/>
              <a:buSzTx/>
              <a:buFontTx/>
              <a:buNone/>
              <a:tabLst/>
              <a:defRPr/>
            </a:pPr>
            <a:r>
              <a:rPr kumimoji="0" lang="ja-JP" altLang="en-US" sz="1500" b="0" i="0" u="none" strike="noStrike" kern="0" cap="none" spc="0" normalizeH="0" baseline="0" noProof="0">
                <a:ln>
                  <a:noFill/>
                </a:ln>
                <a:solidFill>
                  <a:srgbClr val="FFFFFF"/>
                </a:solidFill>
                <a:effectLst/>
                <a:uLnTx/>
                <a:uFillTx/>
              </a:rPr>
              <a:t>イノベーションを加速させる</a:t>
            </a:r>
            <a:endParaRPr kumimoji="0" lang="en-US" altLang="ja-JP" sz="1500" b="0" i="0" u="none" strike="noStrike" kern="0" cap="none" spc="0" normalizeH="0" baseline="0" noProof="0">
              <a:ln>
                <a:noFill/>
              </a:ln>
              <a:solidFill>
                <a:srgbClr val="FFFFFF"/>
              </a:solidFill>
              <a:effectLst/>
              <a:uLnTx/>
              <a:uFillTx/>
            </a:endParaRPr>
          </a:p>
          <a:p>
            <a:pPr marL="0" marR="0" lvl="0" indent="0" defTabSz="914400" eaLnBrk="1" fontAlgn="auto" latinLnBrk="0" hangingPunct="1">
              <a:lnSpc>
                <a:spcPts val="2000"/>
              </a:lnSpc>
              <a:spcBef>
                <a:spcPts val="0"/>
              </a:spcBef>
              <a:spcAft>
                <a:spcPts val="0"/>
              </a:spcAft>
              <a:buClrTx/>
              <a:buSzTx/>
              <a:buFontTx/>
              <a:buNone/>
              <a:tabLst/>
              <a:defRPr/>
            </a:pPr>
            <a:r>
              <a:rPr kumimoji="0" lang="ja-JP" altLang="en-US" sz="1500" b="0" i="0" u="none" strike="noStrike" kern="0" cap="none" spc="0" normalizeH="0" baseline="0" noProof="0">
                <a:ln>
                  <a:noFill/>
                </a:ln>
                <a:solidFill>
                  <a:srgbClr val="FFFFFF"/>
                </a:solidFill>
                <a:effectLst/>
                <a:uLnTx/>
                <a:uFillTx/>
              </a:rPr>
              <a:t>知恵と品質技術にアクセスする</a:t>
            </a:r>
            <a:endParaRPr kumimoji="0" lang="en-US" altLang="ja-JP" sz="1500" b="0" i="0" u="none" strike="noStrike" kern="0" cap="none" spc="0" normalizeH="0" baseline="0" noProof="0">
              <a:ln>
                <a:noFill/>
              </a:ln>
              <a:solidFill>
                <a:srgbClr val="FFFFFF"/>
              </a:solidFill>
              <a:effectLst/>
              <a:uLnTx/>
              <a:uFillTx/>
            </a:endParaRPr>
          </a:p>
          <a:p>
            <a:pPr marL="0" marR="0" lvl="0" indent="0" defTabSz="914400" eaLnBrk="1" fontAlgn="auto" latinLnBrk="0" hangingPunct="1">
              <a:lnSpc>
                <a:spcPts val="2000"/>
              </a:lnSpc>
              <a:spcBef>
                <a:spcPts val="0"/>
              </a:spcBef>
              <a:spcAft>
                <a:spcPts val="0"/>
              </a:spcAft>
              <a:buClrTx/>
              <a:buSzTx/>
              <a:buFontTx/>
              <a:buNone/>
              <a:tabLst/>
              <a:defRPr/>
            </a:pPr>
            <a:r>
              <a:rPr kumimoji="0" lang="ja-JP" altLang="en-US" sz="1500" b="0" i="0" u="none" strike="noStrike" kern="0" cap="none" spc="0" normalizeH="0" baseline="0" noProof="0">
                <a:ln>
                  <a:noFill/>
                </a:ln>
                <a:solidFill>
                  <a:srgbClr val="FFFFFF"/>
                </a:solidFill>
                <a:effectLst/>
                <a:uLnTx/>
                <a:uFillTx/>
              </a:rPr>
              <a:t>テクノロジーライフメディア</a:t>
            </a:r>
          </a:p>
        </p:txBody>
      </p:sp>
      <p:sp>
        <p:nvSpPr>
          <p:cNvPr id="12" name="テキスト ボックス 11">
            <a:extLst>
              <a:ext uri="{FF2B5EF4-FFF2-40B4-BE49-F238E27FC236}">
                <a16:creationId xmlns:a16="http://schemas.microsoft.com/office/drawing/2014/main" id="{FCDFDE1F-921F-AB56-C010-F114F7404F66}"/>
              </a:ext>
            </a:extLst>
          </p:cNvPr>
          <p:cNvSpPr txBox="1"/>
          <p:nvPr userDrawn="1"/>
        </p:nvSpPr>
        <p:spPr>
          <a:xfrm>
            <a:off x="8215706" y="6021000"/>
            <a:ext cx="3672000" cy="323165"/>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500" b="0" i="0" u="none" strike="noStrike" kern="0" cap="none" spc="0" normalizeH="0" baseline="0" noProof="0">
                <a:ln>
                  <a:noFill/>
                </a:ln>
                <a:solidFill>
                  <a:srgbClr val="FFFFFF"/>
                </a:solidFill>
                <a:effectLst/>
                <a:uLnTx/>
                <a:uFillTx/>
              </a:rPr>
              <a:t>www.veriserve.co.jp/helloqualityworld/</a:t>
            </a:r>
          </a:p>
        </p:txBody>
      </p:sp>
      <p:sp>
        <p:nvSpPr>
          <p:cNvPr id="14" name="コンテンツ プレースホルダー 28">
            <a:extLst>
              <a:ext uri="{FF2B5EF4-FFF2-40B4-BE49-F238E27FC236}">
                <a16:creationId xmlns:a16="http://schemas.microsoft.com/office/drawing/2014/main" id="{5A3C131C-3AEC-8553-DDF7-FECD86DDFA9D}"/>
              </a:ext>
            </a:extLst>
          </p:cNvPr>
          <p:cNvSpPr>
            <a:spLocks noGrp="1"/>
          </p:cNvSpPr>
          <p:nvPr>
            <p:ph sz="quarter" idx="12" hasCustomPrompt="1"/>
          </p:nvPr>
        </p:nvSpPr>
        <p:spPr>
          <a:xfrm>
            <a:off x="921144" y="3482325"/>
            <a:ext cx="7264400" cy="2322675"/>
          </a:xfrm>
        </p:spPr>
        <p:txBody>
          <a:bodyPr>
            <a:normAutofit/>
          </a:bodyPr>
          <a:lstStyle>
            <a:lvl1pPr marL="0" indent="0">
              <a:lnSpc>
                <a:spcPct val="80000"/>
              </a:lnSpc>
              <a:buNone/>
              <a:defRPr sz="1700">
                <a:solidFill>
                  <a:schemeClr val="bg1"/>
                </a:solidFill>
              </a:defRPr>
            </a:lvl1pPr>
          </a:lstStyle>
          <a:p>
            <a:pPr lvl="0"/>
            <a:r>
              <a:rPr kumimoji="1" lang="ja-JP" altLang="en-US"/>
              <a:t>株式会社ベリサーブ</a:t>
            </a:r>
          </a:p>
          <a:p>
            <a:pPr lvl="0"/>
            <a:r>
              <a:rPr kumimoji="1" lang="en-US" altLang="ja-JP"/>
              <a:t>XXXXXXXXX</a:t>
            </a:r>
            <a:r>
              <a:rPr kumimoji="1" lang="ja-JP" altLang="en-US"/>
              <a:t>事業部​​</a:t>
            </a:r>
          </a:p>
          <a:p>
            <a:pPr lvl="0"/>
            <a:r>
              <a:rPr kumimoji="1" lang="ja-JP" altLang="en-US"/>
              <a:t>山田 太郎​</a:t>
            </a:r>
          </a:p>
          <a:p>
            <a:pPr lvl="0"/>
            <a:r>
              <a:rPr kumimoji="1" lang="en-US" altLang="ja-JP"/>
              <a:t>TEL</a:t>
            </a:r>
            <a:r>
              <a:rPr kumimoji="1" lang="ja-JP" altLang="en-US"/>
              <a:t>：〇〇</a:t>
            </a:r>
            <a:r>
              <a:rPr kumimoji="1" lang="en-US" altLang="ja-JP"/>
              <a:t>-</a:t>
            </a:r>
            <a:r>
              <a:rPr kumimoji="1" lang="ja-JP" altLang="en-US"/>
              <a:t>〇〇〇〇</a:t>
            </a:r>
            <a:r>
              <a:rPr kumimoji="1" lang="en-US" altLang="ja-JP"/>
              <a:t>-</a:t>
            </a:r>
            <a:r>
              <a:rPr kumimoji="1" lang="ja-JP" altLang="en-US"/>
              <a:t>〇〇〇〇</a:t>
            </a:r>
          </a:p>
          <a:p>
            <a:pPr lvl="0"/>
            <a:r>
              <a:rPr kumimoji="1" lang="en-US" altLang="ja-JP"/>
              <a:t>MAIL</a:t>
            </a:r>
            <a:r>
              <a:rPr kumimoji="1" lang="ja-JP" altLang="en-US"/>
              <a:t>：​〇〇〇〇＠</a:t>
            </a:r>
            <a:r>
              <a:rPr kumimoji="1" lang="en-US" altLang="ja-JP"/>
              <a:t>veriserve.co.jp</a:t>
            </a:r>
          </a:p>
          <a:p>
            <a:pPr lvl="0"/>
            <a:r>
              <a:rPr kumimoji="1" lang="ja-JP" altLang="en-US"/>
              <a:t>住所：東京都千代田区神田三崎町 </a:t>
            </a:r>
            <a:r>
              <a:rPr kumimoji="1" lang="en-US" altLang="ja-JP"/>
              <a:t>3-1-16 ​</a:t>
            </a:r>
          </a:p>
          <a:p>
            <a:pPr lvl="0"/>
            <a:r>
              <a:rPr kumimoji="1" lang="ja-JP" altLang="en-US"/>
              <a:t>神保町北東急ビル</a:t>
            </a:r>
            <a:r>
              <a:rPr kumimoji="1" lang="en-US" altLang="ja-JP"/>
              <a:t>9</a:t>
            </a:r>
            <a:r>
              <a:rPr kumimoji="1" lang="ja-JP" altLang="en-US"/>
              <a:t>階</a:t>
            </a:r>
          </a:p>
        </p:txBody>
      </p:sp>
      <p:grpSp>
        <p:nvGrpSpPr>
          <p:cNvPr id="15" name="グループ化 14">
            <a:extLst>
              <a:ext uri="{FF2B5EF4-FFF2-40B4-BE49-F238E27FC236}">
                <a16:creationId xmlns:a16="http://schemas.microsoft.com/office/drawing/2014/main" id="{17781747-E217-16C4-19D4-C3AE61F57E55}"/>
              </a:ext>
            </a:extLst>
          </p:cNvPr>
          <p:cNvGrpSpPr/>
          <p:nvPr userDrawn="1"/>
        </p:nvGrpSpPr>
        <p:grpSpPr>
          <a:xfrm>
            <a:off x="921144" y="5879161"/>
            <a:ext cx="676155" cy="285839"/>
            <a:chOff x="6089689" y="5670860"/>
            <a:chExt cx="676155" cy="285839"/>
          </a:xfrm>
        </p:grpSpPr>
        <p:sp>
          <p:nvSpPr>
            <p:cNvPr id="16" name="タイトル 3">
              <a:extLst>
                <a:ext uri="{FF2B5EF4-FFF2-40B4-BE49-F238E27FC236}">
                  <a16:creationId xmlns:a16="http://schemas.microsoft.com/office/drawing/2014/main" id="{66248975-D335-09F8-78AC-AD240175E959}"/>
                </a:ext>
              </a:extLst>
            </p:cNvPr>
            <p:cNvSpPr txBox="1">
              <a:spLocks/>
            </p:cNvSpPr>
            <p:nvPr/>
          </p:nvSpPr>
          <p:spPr>
            <a:xfrm>
              <a:off x="6089689" y="5670860"/>
              <a:ext cx="676155" cy="285839"/>
            </a:xfrm>
            <a:prstGeom prst="rect">
              <a:avLst/>
            </a:prstGeom>
          </p:spPr>
          <p:txBody>
            <a:bodyPr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US" altLang="ja-JP" sz="900">
                  <a:solidFill>
                    <a:schemeClr val="bg1">
                      <a:lumMod val="95000"/>
                    </a:schemeClr>
                  </a:solidFill>
                </a:rPr>
                <a:t>25-002</a:t>
              </a:r>
              <a:endParaRPr lang="ja-JP" altLang="en-US" sz="900">
                <a:solidFill>
                  <a:schemeClr val="bg1">
                    <a:lumMod val="95000"/>
                  </a:schemeClr>
                </a:solidFill>
              </a:endParaRPr>
            </a:p>
          </p:txBody>
        </p:sp>
        <p:sp>
          <p:nvSpPr>
            <p:cNvPr id="17" name="正方形/長方形 16">
              <a:extLst>
                <a:ext uri="{FF2B5EF4-FFF2-40B4-BE49-F238E27FC236}">
                  <a16:creationId xmlns:a16="http://schemas.microsoft.com/office/drawing/2014/main" id="{38AC5DE1-74C1-A9F7-E10A-A1B17A853A42}"/>
                </a:ext>
              </a:extLst>
            </p:cNvPr>
            <p:cNvSpPr/>
            <p:nvPr/>
          </p:nvSpPr>
          <p:spPr>
            <a:xfrm>
              <a:off x="6168000" y="5706566"/>
              <a:ext cx="509119" cy="184074"/>
            </a:xfrm>
            <a:prstGeom prst="rect">
              <a:avLst/>
            </a:prstGeom>
            <a:noFill/>
            <a:ln w="31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lumMod val="95000"/>
                  </a:schemeClr>
                </a:solidFill>
              </a:endParaRPr>
            </a:p>
          </p:txBody>
        </p:sp>
      </p:grpSp>
      <p:sp>
        <p:nvSpPr>
          <p:cNvPr id="2" name="タイトル 1">
            <a:extLst>
              <a:ext uri="{FF2B5EF4-FFF2-40B4-BE49-F238E27FC236}">
                <a16:creationId xmlns:a16="http://schemas.microsoft.com/office/drawing/2014/main" id="{DCF42F16-CE84-5581-5DB8-63375029D565}"/>
              </a:ext>
            </a:extLst>
          </p:cNvPr>
          <p:cNvSpPr>
            <a:spLocks noGrp="1"/>
          </p:cNvSpPr>
          <p:nvPr>
            <p:ph type="ctrTitle" hasCustomPrompt="1"/>
          </p:nvPr>
        </p:nvSpPr>
        <p:spPr>
          <a:xfrm>
            <a:off x="908998" y="2430144"/>
            <a:ext cx="7811918" cy="454956"/>
          </a:xfrm>
        </p:spPr>
        <p:txBody>
          <a:bodyPr anchor="b">
            <a:noAutofit/>
          </a:bodyPr>
          <a:lstStyle>
            <a:lvl1pPr algn="l">
              <a:lnSpc>
                <a:spcPct val="130000"/>
              </a:lnSpc>
              <a:defRPr sz="2200" b="1" i="0">
                <a:solidFill>
                  <a:schemeClr val="bg1"/>
                </a:solidFill>
                <a:latin typeface="+mn-ea"/>
                <a:ea typeface="+mn-ea"/>
              </a:defRPr>
            </a:lvl1pPr>
          </a:lstStyle>
          <a:p>
            <a:r>
              <a:rPr kumimoji="1" lang="en-US" altLang="ja-JP"/>
              <a:t>E.O.F.</a:t>
            </a:r>
            <a:r>
              <a:rPr kumimoji="1" lang="ja-JP" altLang="en-US"/>
              <a:t>のタイトル</a:t>
            </a:r>
            <a:endParaRPr kumimoji="1" lang="en-US" altLang="ja-JP"/>
          </a:p>
        </p:txBody>
      </p:sp>
      <p:sp>
        <p:nvSpPr>
          <p:cNvPr id="10" name="テキスト ボックス 9">
            <a:extLst>
              <a:ext uri="{FF2B5EF4-FFF2-40B4-BE49-F238E27FC236}">
                <a16:creationId xmlns:a16="http://schemas.microsoft.com/office/drawing/2014/main" id="{0334AE55-23FD-C3CB-2ADD-EB830E3136B2}"/>
              </a:ext>
            </a:extLst>
          </p:cNvPr>
          <p:cNvSpPr txBox="1"/>
          <p:nvPr userDrawn="1"/>
        </p:nvSpPr>
        <p:spPr>
          <a:xfrm>
            <a:off x="8851" y="2869064"/>
            <a:ext cx="307777" cy="3284848"/>
          </a:xfrm>
          <a:prstGeom prst="rect">
            <a:avLst/>
          </a:prstGeom>
          <a:noFill/>
        </p:spPr>
        <p:txBody>
          <a:bodyPr vert="eaVert" wrap="square">
            <a:spAutoFit/>
          </a:bodyPr>
          <a:lstStyle/>
          <a:p>
            <a:pPr lvl="0"/>
            <a:r>
              <a:rPr kumimoji="1" lang="ja-JP" altLang="en-US" sz="800">
                <a:solidFill>
                  <a:schemeClr val="bg1">
                    <a:lumMod val="50000"/>
                  </a:schemeClr>
                </a:solidFill>
                <a:latin typeface="+mn-ea"/>
                <a:ea typeface="+mn-ea"/>
              </a:rPr>
              <a:t>会社名・商品名・サ−ビス名は各社の登録商標 </a:t>
            </a:r>
            <a:r>
              <a:rPr kumimoji="1" lang="ja-JP" altLang="en-US" sz="800" b="0">
                <a:solidFill>
                  <a:schemeClr val="bg1">
                    <a:lumMod val="50000"/>
                  </a:schemeClr>
                </a:solidFill>
                <a:latin typeface="HGP明朝B" panose="02020800000000000000" pitchFamily="18" charset="-128"/>
                <a:ea typeface="HGP明朝B" panose="02020800000000000000" pitchFamily="18" charset="-128"/>
              </a:rPr>
              <a:t>、</a:t>
            </a:r>
            <a:r>
              <a:rPr kumimoji="1" lang="ja-JP" altLang="en-US" sz="800">
                <a:solidFill>
                  <a:schemeClr val="bg1">
                    <a:lumMod val="50000"/>
                  </a:schemeClr>
                </a:solidFill>
                <a:latin typeface="+mn-ea"/>
                <a:ea typeface="+mn-ea"/>
              </a:rPr>
              <a:t>または商標です</a:t>
            </a:r>
          </a:p>
        </p:txBody>
      </p:sp>
    </p:spTree>
    <p:extLst>
      <p:ext uri="{BB962C8B-B14F-4D97-AF65-F5344CB8AC3E}">
        <p14:creationId xmlns:p14="http://schemas.microsoft.com/office/powerpoint/2010/main" val="29912530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白_EOF">
    <p:bg>
      <p:bgRef idx="1001">
        <a:schemeClr val="bg1"/>
      </p:bgRef>
    </p:bg>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227B8E63-9637-2707-94AB-42F626B09A49}"/>
              </a:ext>
            </a:extLst>
          </p:cNvPr>
          <p:cNvSpPr>
            <a:spLocks noGrp="1"/>
          </p:cNvSpPr>
          <p:nvPr>
            <p:ph type="dt" sz="half" idx="10"/>
          </p:nvPr>
        </p:nvSpPr>
        <p:spPr/>
        <p:txBody>
          <a:bodyPr/>
          <a:lstStyle/>
          <a:p>
            <a:fld id="{BB973515-480C-9C4A-8AAA-B3759DA3FA25}" type="datetime1">
              <a:rPr kumimoji="1" lang="ja-JP" altLang="en-US" smtClean="0"/>
              <a:t>2026/5/22</a:t>
            </a:fld>
            <a:endParaRPr kumimoji="1" lang="ja-JP" altLang="en-US"/>
          </a:p>
        </p:txBody>
      </p:sp>
      <p:sp>
        <p:nvSpPr>
          <p:cNvPr id="5" name="フッター プレースホルダー 4">
            <a:extLst>
              <a:ext uri="{FF2B5EF4-FFF2-40B4-BE49-F238E27FC236}">
                <a16:creationId xmlns:a16="http://schemas.microsoft.com/office/drawing/2014/main" id="{6E30F219-213A-E9E5-8033-80390A3B6B8D}"/>
              </a:ext>
            </a:extLst>
          </p:cNvPr>
          <p:cNvSpPr>
            <a:spLocks noGrp="1"/>
          </p:cNvSpPr>
          <p:nvPr>
            <p:ph type="ftr" sz="quarter" idx="11"/>
          </p:nvPr>
        </p:nvSpPr>
        <p:spPr/>
        <p:txBody>
          <a:bodyPr/>
          <a:lstStyle/>
          <a:p>
            <a:endParaRPr kumimoji="1" lang="ja-JP" altLang="en-US"/>
          </a:p>
        </p:txBody>
      </p:sp>
      <p:sp>
        <p:nvSpPr>
          <p:cNvPr id="9" name="正方形/長方形 8">
            <a:extLst>
              <a:ext uri="{FF2B5EF4-FFF2-40B4-BE49-F238E27FC236}">
                <a16:creationId xmlns:a16="http://schemas.microsoft.com/office/drawing/2014/main" id="{A5567104-1A51-803C-F89E-A360EDC68022}"/>
              </a:ext>
            </a:extLst>
          </p:cNvPr>
          <p:cNvSpPr/>
          <p:nvPr userDrawn="1"/>
        </p:nvSpPr>
        <p:spPr>
          <a:xfrm>
            <a:off x="0" y="0"/>
            <a:ext cx="321469" cy="6858000"/>
          </a:xfrm>
          <a:prstGeom prst="rect">
            <a:avLst/>
          </a:prstGeom>
          <a:solidFill>
            <a:srgbClr val="0040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F7346CF0-27CA-0AC7-76CD-73E48DDB2695}"/>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75000"/>
                  </a:schemeClr>
                </a:solidFill>
                <a:latin typeface="游ゴシック" panose="020B0400000000000000" pitchFamily="50" charset="-128"/>
                <a:ea typeface="游ゴシック" panose="020B0400000000000000" pitchFamily="50" charset="-128"/>
              </a:rPr>
              <a:t>©︎2025 VeriServe Corp.  </a:t>
            </a:r>
            <a:endParaRPr kumimoji="1" lang="ja-JP" altLang="en-US" sz="800">
              <a:solidFill>
                <a:schemeClr val="bg1">
                  <a:lumMod val="75000"/>
                </a:schemeClr>
              </a:solidFill>
              <a:latin typeface="游ゴシック" panose="020B0400000000000000" pitchFamily="50" charset="-128"/>
              <a:ea typeface="游ゴシック" panose="020B0400000000000000" pitchFamily="50" charset="-128"/>
            </a:endParaRPr>
          </a:p>
        </p:txBody>
      </p:sp>
      <p:pic>
        <p:nvPicPr>
          <p:cNvPr id="3" name="図 2">
            <a:extLst>
              <a:ext uri="{FF2B5EF4-FFF2-40B4-BE49-F238E27FC236}">
                <a16:creationId xmlns:a16="http://schemas.microsoft.com/office/drawing/2014/main" id="{A2D43B31-0839-520E-F77E-8EC39497D96D}"/>
              </a:ext>
            </a:extLst>
          </p:cNvPr>
          <p:cNvPicPr>
            <a:picLocks noChangeAspect="1"/>
          </p:cNvPicPr>
          <p:nvPr userDrawn="1"/>
        </p:nvPicPr>
        <p:blipFill>
          <a:blip r:embed="rId2"/>
          <a:srcRect/>
          <a:stretch/>
        </p:blipFill>
        <p:spPr>
          <a:xfrm>
            <a:off x="696000" y="809005"/>
            <a:ext cx="3926250" cy="1430900"/>
          </a:xfrm>
          <a:prstGeom prst="rect">
            <a:avLst/>
          </a:prstGeom>
        </p:spPr>
      </p:pic>
      <p:pic>
        <p:nvPicPr>
          <p:cNvPr id="6" name="図 5">
            <a:extLst>
              <a:ext uri="{FF2B5EF4-FFF2-40B4-BE49-F238E27FC236}">
                <a16:creationId xmlns:a16="http://schemas.microsoft.com/office/drawing/2014/main" id="{EBA1A87B-9C4D-F5A9-4A43-95D1288CD3A4}"/>
              </a:ext>
            </a:extLst>
          </p:cNvPr>
          <p:cNvPicPr>
            <a:picLocks noChangeAspect="1"/>
          </p:cNvPicPr>
          <p:nvPr userDrawn="1"/>
        </p:nvPicPr>
        <p:blipFill>
          <a:blip r:embed="rId3"/>
          <a:srcRect/>
          <a:stretch/>
        </p:blipFill>
        <p:spPr>
          <a:xfrm>
            <a:off x="8296295" y="4316455"/>
            <a:ext cx="2263704" cy="612000"/>
          </a:xfrm>
          <a:prstGeom prst="rect">
            <a:avLst/>
          </a:prstGeom>
        </p:spPr>
      </p:pic>
      <p:sp>
        <p:nvSpPr>
          <p:cNvPr id="7" name="テキスト ボックス 6">
            <a:extLst>
              <a:ext uri="{FF2B5EF4-FFF2-40B4-BE49-F238E27FC236}">
                <a16:creationId xmlns:a16="http://schemas.microsoft.com/office/drawing/2014/main" id="{CCABCD72-F322-E0FB-76CE-5DBDBA03B38C}"/>
              </a:ext>
            </a:extLst>
          </p:cNvPr>
          <p:cNvSpPr txBox="1"/>
          <p:nvPr userDrawn="1"/>
        </p:nvSpPr>
        <p:spPr>
          <a:xfrm>
            <a:off x="8215705" y="5072455"/>
            <a:ext cx="3240000" cy="855491"/>
          </a:xfrm>
          <a:prstGeom prst="rect">
            <a:avLst/>
          </a:prstGeom>
          <a:noFill/>
        </p:spPr>
        <p:txBody>
          <a:bodyPr wrap="square" rtlCol="0">
            <a:spAutoFit/>
          </a:bodyPr>
          <a:lstStyle/>
          <a:p>
            <a:pPr>
              <a:lnSpc>
                <a:spcPts val="2000"/>
              </a:lnSpc>
            </a:pPr>
            <a:r>
              <a:rPr lang="ja-JP" altLang="en-US" sz="1500"/>
              <a:t>イノベーションを加速させる</a:t>
            </a:r>
            <a:endParaRPr lang="en-US" altLang="ja-JP" sz="1500"/>
          </a:p>
          <a:p>
            <a:pPr>
              <a:lnSpc>
                <a:spcPts val="2000"/>
              </a:lnSpc>
            </a:pPr>
            <a:r>
              <a:rPr lang="ja-JP" altLang="en-US" sz="1500"/>
              <a:t>知恵と品質技術にアクセスする</a:t>
            </a:r>
            <a:endParaRPr lang="en-US" altLang="ja-JP" sz="1500"/>
          </a:p>
          <a:p>
            <a:pPr>
              <a:lnSpc>
                <a:spcPts val="2000"/>
              </a:lnSpc>
            </a:pPr>
            <a:r>
              <a:rPr lang="ja-JP" altLang="en-US" sz="1500"/>
              <a:t>テクノロジーライフメディア</a:t>
            </a:r>
            <a:endParaRPr kumimoji="1" lang="ja-JP" altLang="en-US" sz="1500"/>
          </a:p>
        </p:txBody>
      </p:sp>
      <p:sp>
        <p:nvSpPr>
          <p:cNvPr id="10" name="テキスト ボックス 9">
            <a:extLst>
              <a:ext uri="{FF2B5EF4-FFF2-40B4-BE49-F238E27FC236}">
                <a16:creationId xmlns:a16="http://schemas.microsoft.com/office/drawing/2014/main" id="{D034C0FC-CD16-9D96-6046-EC0145C2F113}"/>
              </a:ext>
            </a:extLst>
          </p:cNvPr>
          <p:cNvSpPr txBox="1"/>
          <p:nvPr userDrawn="1"/>
        </p:nvSpPr>
        <p:spPr>
          <a:xfrm>
            <a:off x="8215706" y="6021000"/>
            <a:ext cx="3672000" cy="323165"/>
          </a:xfrm>
          <a:prstGeom prst="rect">
            <a:avLst/>
          </a:prstGeom>
          <a:noFill/>
        </p:spPr>
        <p:txBody>
          <a:bodyPr wrap="square">
            <a:spAutoFit/>
          </a:bodyPr>
          <a:lstStyle/>
          <a:p>
            <a:r>
              <a:rPr lang="ja-JP" altLang="en-US" sz="1500"/>
              <a:t>www.veriserve.co.jp/helloqualityworld/</a:t>
            </a:r>
          </a:p>
        </p:txBody>
      </p:sp>
      <p:sp>
        <p:nvSpPr>
          <p:cNvPr id="15" name="コンテンツ プレースホルダー 18">
            <a:extLst>
              <a:ext uri="{FF2B5EF4-FFF2-40B4-BE49-F238E27FC236}">
                <a16:creationId xmlns:a16="http://schemas.microsoft.com/office/drawing/2014/main" id="{70FC635E-79B9-4005-20F3-ECAC7D7722FE}"/>
              </a:ext>
            </a:extLst>
          </p:cNvPr>
          <p:cNvSpPr>
            <a:spLocks noGrp="1"/>
          </p:cNvSpPr>
          <p:nvPr>
            <p:ph sz="quarter" idx="12" hasCustomPrompt="1"/>
          </p:nvPr>
        </p:nvSpPr>
        <p:spPr>
          <a:xfrm>
            <a:off x="921144" y="3482198"/>
            <a:ext cx="5614987" cy="2375362"/>
          </a:xfrm>
        </p:spPr>
        <p:txBody>
          <a:bodyPr>
            <a:noAutofit/>
          </a:bodyPr>
          <a:lstStyle>
            <a:lvl1pPr marL="0" indent="0">
              <a:lnSpc>
                <a:spcPct val="80000"/>
              </a:lnSpc>
              <a:buNone/>
              <a:defRPr sz="1700"/>
            </a:lvl1pPr>
          </a:lstStyle>
          <a:p>
            <a:pPr lvl="0"/>
            <a:r>
              <a:rPr kumimoji="1" lang="ja-JP" altLang="en-US"/>
              <a:t>株式会社ベリサーブ</a:t>
            </a:r>
          </a:p>
          <a:p>
            <a:pPr lvl="0"/>
            <a:r>
              <a:rPr kumimoji="1" lang="en-US" altLang="ja-JP"/>
              <a:t>XXXXXXXXX</a:t>
            </a:r>
            <a:r>
              <a:rPr kumimoji="1" lang="ja-JP" altLang="en-US"/>
              <a:t>事業部​​</a:t>
            </a:r>
          </a:p>
          <a:p>
            <a:pPr lvl="0"/>
            <a:r>
              <a:rPr kumimoji="1" lang="ja-JP" altLang="en-US"/>
              <a:t>山田 太郎​</a:t>
            </a:r>
          </a:p>
          <a:p>
            <a:pPr lvl="0"/>
            <a:r>
              <a:rPr kumimoji="1" lang="en-US" altLang="ja-JP"/>
              <a:t>TEL</a:t>
            </a:r>
            <a:r>
              <a:rPr kumimoji="1" lang="ja-JP" altLang="en-US"/>
              <a:t>：〇〇</a:t>
            </a:r>
            <a:r>
              <a:rPr kumimoji="1" lang="en-US" altLang="ja-JP"/>
              <a:t>-</a:t>
            </a:r>
            <a:r>
              <a:rPr kumimoji="1" lang="ja-JP" altLang="en-US"/>
              <a:t>〇〇〇〇</a:t>
            </a:r>
            <a:r>
              <a:rPr kumimoji="1" lang="en-US" altLang="ja-JP"/>
              <a:t>-</a:t>
            </a:r>
            <a:r>
              <a:rPr kumimoji="1" lang="ja-JP" altLang="en-US"/>
              <a:t>〇〇〇〇</a:t>
            </a:r>
          </a:p>
          <a:p>
            <a:pPr lvl="0"/>
            <a:r>
              <a:rPr kumimoji="1" lang="en-US" altLang="ja-JP"/>
              <a:t>MAIL</a:t>
            </a:r>
            <a:r>
              <a:rPr kumimoji="1" lang="ja-JP" altLang="en-US"/>
              <a:t>：​〇〇〇〇＠</a:t>
            </a:r>
            <a:r>
              <a:rPr kumimoji="1" lang="en-US" altLang="ja-JP"/>
              <a:t>veriserve.co.jp</a:t>
            </a:r>
          </a:p>
          <a:p>
            <a:pPr lvl="0"/>
            <a:r>
              <a:rPr kumimoji="1" lang="ja-JP" altLang="en-US"/>
              <a:t>住所：東京都千代田区神田三崎町 </a:t>
            </a:r>
            <a:r>
              <a:rPr kumimoji="1" lang="en-US" altLang="ja-JP"/>
              <a:t>3-1-16 ​</a:t>
            </a:r>
          </a:p>
          <a:p>
            <a:pPr lvl="0"/>
            <a:r>
              <a:rPr kumimoji="1" lang="ja-JP" altLang="en-US"/>
              <a:t>神保町北東急ビル</a:t>
            </a:r>
            <a:r>
              <a:rPr kumimoji="1" lang="en-US" altLang="ja-JP"/>
              <a:t>9</a:t>
            </a:r>
            <a:r>
              <a:rPr kumimoji="1" lang="ja-JP" altLang="en-US"/>
              <a:t>階</a:t>
            </a:r>
          </a:p>
        </p:txBody>
      </p:sp>
      <p:grpSp>
        <p:nvGrpSpPr>
          <p:cNvPr id="16" name="グループ化 15">
            <a:extLst>
              <a:ext uri="{FF2B5EF4-FFF2-40B4-BE49-F238E27FC236}">
                <a16:creationId xmlns:a16="http://schemas.microsoft.com/office/drawing/2014/main" id="{DE22A8FF-33CF-99FE-8A0D-1C86849FEF3B}"/>
              </a:ext>
            </a:extLst>
          </p:cNvPr>
          <p:cNvGrpSpPr/>
          <p:nvPr userDrawn="1"/>
        </p:nvGrpSpPr>
        <p:grpSpPr>
          <a:xfrm>
            <a:off x="921144" y="5879161"/>
            <a:ext cx="676155" cy="285839"/>
            <a:chOff x="6089689" y="5670860"/>
            <a:chExt cx="676155" cy="285839"/>
          </a:xfrm>
        </p:grpSpPr>
        <p:sp>
          <p:nvSpPr>
            <p:cNvPr id="17" name="タイトル 3">
              <a:extLst>
                <a:ext uri="{FF2B5EF4-FFF2-40B4-BE49-F238E27FC236}">
                  <a16:creationId xmlns:a16="http://schemas.microsoft.com/office/drawing/2014/main" id="{1A2F3861-A53B-5E31-09A5-E673902FF36C}"/>
                </a:ext>
              </a:extLst>
            </p:cNvPr>
            <p:cNvSpPr txBox="1">
              <a:spLocks/>
            </p:cNvSpPr>
            <p:nvPr/>
          </p:nvSpPr>
          <p:spPr>
            <a:xfrm>
              <a:off x="6089689" y="5670860"/>
              <a:ext cx="676155" cy="285839"/>
            </a:xfrm>
            <a:prstGeom prst="rect">
              <a:avLst/>
            </a:prstGeom>
          </p:spPr>
          <p:txBody>
            <a:bodyPr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US" altLang="ja-JP" sz="900">
                  <a:solidFill>
                    <a:schemeClr val="tx1"/>
                  </a:solidFill>
                </a:rPr>
                <a:t>25-002</a:t>
              </a:r>
              <a:endParaRPr lang="ja-JP" altLang="en-US" sz="900">
                <a:solidFill>
                  <a:schemeClr val="tx1"/>
                </a:solidFill>
              </a:endParaRPr>
            </a:p>
          </p:txBody>
        </p:sp>
        <p:sp>
          <p:nvSpPr>
            <p:cNvPr id="18" name="正方形/長方形 17">
              <a:extLst>
                <a:ext uri="{FF2B5EF4-FFF2-40B4-BE49-F238E27FC236}">
                  <a16:creationId xmlns:a16="http://schemas.microsoft.com/office/drawing/2014/main" id="{209A5FC6-A0C8-ADCB-4D5A-F2E546C5B87C}"/>
                </a:ext>
              </a:extLst>
            </p:cNvPr>
            <p:cNvSpPr/>
            <p:nvPr/>
          </p:nvSpPr>
          <p:spPr>
            <a:xfrm>
              <a:off x="6168000" y="5706566"/>
              <a:ext cx="509119" cy="184074"/>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sp>
        <p:nvSpPr>
          <p:cNvPr id="2" name="タイトル 1">
            <a:extLst>
              <a:ext uri="{FF2B5EF4-FFF2-40B4-BE49-F238E27FC236}">
                <a16:creationId xmlns:a16="http://schemas.microsoft.com/office/drawing/2014/main" id="{1F7DF96E-2D4C-516E-BD68-192E981652FE}"/>
              </a:ext>
            </a:extLst>
          </p:cNvPr>
          <p:cNvSpPr>
            <a:spLocks noGrp="1"/>
          </p:cNvSpPr>
          <p:nvPr>
            <p:ph type="ctrTitle" hasCustomPrompt="1"/>
          </p:nvPr>
        </p:nvSpPr>
        <p:spPr>
          <a:xfrm>
            <a:off x="908998" y="2430144"/>
            <a:ext cx="7811918" cy="454956"/>
          </a:xfrm>
        </p:spPr>
        <p:txBody>
          <a:bodyPr anchor="b">
            <a:noAutofit/>
          </a:bodyPr>
          <a:lstStyle>
            <a:lvl1pPr algn="l">
              <a:lnSpc>
                <a:spcPct val="130000"/>
              </a:lnSpc>
              <a:defRPr sz="2200" b="1" i="0">
                <a:solidFill>
                  <a:schemeClr val="tx2"/>
                </a:solidFill>
                <a:latin typeface="+mn-ea"/>
                <a:ea typeface="+mn-ea"/>
              </a:defRPr>
            </a:lvl1pPr>
          </a:lstStyle>
          <a:p>
            <a:r>
              <a:rPr kumimoji="1" lang="en-US" altLang="ja-JP"/>
              <a:t>E.O.F.</a:t>
            </a:r>
            <a:r>
              <a:rPr kumimoji="1" lang="ja-JP" altLang="en-US"/>
              <a:t>のタイトル</a:t>
            </a:r>
            <a:endParaRPr kumimoji="1" lang="en-US" altLang="ja-JP"/>
          </a:p>
        </p:txBody>
      </p:sp>
      <p:sp>
        <p:nvSpPr>
          <p:cNvPr id="8" name="テキスト ボックス 7">
            <a:extLst>
              <a:ext uri="{FF2B5EF4-FFF2-40B4-BE49-F238E27FC236}">
                <a16:creationId xmlns:a16="http://schemas.microsoft.com/office/drawing/2014/main" id="{68A7FEA9-AAFF-870A-455C-6C0710E726EE}"/>
              </a:ext>
            </a:extLst>
          </p:cNvPr>
          <p:cNvSpPr txBox="1"/>
          <p:nvPr userDrawn="1"/>
        </p:nvSpPr>
        <p:spPr>
          <a:xfrm>
            <a:off x="8851" y="2869064"/>
            <a:ext cx="307777" cy="3284848"/>
          </a:xfrm>
          <a:prstGeom prst="rect">
            <a:avLst/>
          </a:prstGeom>
          <a:noFill/>
        </p:spPr>
        <p:txBody>
          <a:bodyPr vert="eaVert" wrap="square">
            <a:spAutoFit/>
          </a:bodyPr>
          <a:lstStyle/>
          <a:p>
            <a:pPr lvl="0"/>
            <a:r>
              <a:rPr kumimoji="1" lang="ja-JP" altLang="en-US" sz="800">
                <a:solidFill>
                  <a:schemeClr val="bg1">
                    <a:lumMod val="75000"/>
                  </a:schemeClr>
                </a:solidFill>
                <a:latin typeface="+mn-ea"/>
                <a:ea typeface="+mn-ea"/>
              </a:rPr>
              <a:t>会社名・商品名・サ−ビス名は各社の登録商標 </a:t>
            </a:r>
            <a:r>
              <a:rPr kumimoji="1" lang="ja-JP" altLang="en-US" sz="800" b="0">
                <a:solidFill>
                  <a:schemeClr val="bg1">
                    <a:lumMod val="75000"/>
                  </a:schemeClr>
                </a:solidFill>
                <a:latin typeface="HGP明朝B" panose="02020800000000000000" pitchFamily="18" charset="-128"/>
                <a:ea typeface="HGP明朝B" panose="02020800000000000000" pitchFamily="18" charset="-128"/>
              </a:rPr>
              <a:t>、</a:t>
            </a:r>
            <a:r>
              <a:rPr kumimoji="1" lang="ja-JP" altLang="en-US" sz="800">
                <a:solidFill>
                  <a:schemeClr val="bg1">
                    <a:lumMod val="75000"/>
                  </a:schemeClr>
                </a:solidFill>
                <a:latin typeface="+mn-ea"/>
                <a:ea typeface="+mn-ea"/>
              </a:rPr>
              <a:t>または商標です</a:t>
            </a:r>
          </a:p>
        </p:txBody>
      </p:sp>
    </p:spTree>
    <p:extLst>
      <p:ext uri="{BB962C8B-B14F-4D97-AF65-F5344CB8AC3E}">
        <p14:creationId xmlns:p14="http://schemas.microsoft.com/office/powerpoint/2010/main" val="2879940060"/>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青_空スライド">
    <p:bg>
      <p:bgRef idx="1001">
        <a:schemeClr val="bg2"/>
      </p:bgRef>
    </p:bg>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1D7C96A3-B1AC-5D33-5C57-6927DED748A6}"/>
              </a:ext>
            </a:extLst>
          </p:cNvPr>
          <p:cNvSpPr txBox="1"/>
          <p:nvPr userDrawn="1"/>
        </p:nvSpPr>
        <p:spPr>
          <a:xfrm rot="5400000">
            <a:off x="-821967" y="916705"/>
            <a:ext cx="1950122" cy="215444"/>
          </a:xfrm>
          <a:prstGeom prst="rect">
            <a:avLst/>
          </a:prstGeom>
          <a:noFill/>
        </p:spPr>
        <p:txBody>
          <a:bodyPr vert="horz"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srgbClr val="FFFFFF">
                    <a:lumMod val="75000"/>
                  </a:srgbClr>
                </a:solidFill>
                <a:effectLst/>
                <a:uLnTx/>
                <a:uFillTx/>
                <a:latin typeface="+mn-lt"/>
                <a:ea typeface="游ゴシック" panose="020B0400000000000000" pitchFamily="50" charset="-128"/>
              </a:rPr>
              <a:t>©︎2025 VeriServe Corp.  </a:t>
            </a:r>
            <a:endParaRPr kumimoji="0" lang="ja-JP" altLang="en-US" sz="800" b="0" i="0" u="none" strike="noStrike" kern="0" cap="none" spc="0" normalizeH="0" baseline="0" noProof="0">
              <a:ln>
                <a:noFill/>
              </a:ln>
              <a:solidFill>
                <a:srgbClr val="FFFFFF">
                  <a:lumMod val="75000"/>
                </a:srgbClr>
              </a:solidFill>
              <a:effectLst/>
              <a:uLnTx/>
              <a:uFillTx/>
              <a:latin typeface="+mn-lt"/>
              <a:ea typeface="游ゴシック" panose="020B0400000000000000" pitchFamily="50" charset="-128"/>
            </a:endParaRPr>
          </a:p>
        </p:txBody>
      </p:sp>
      <p:sp>
        <p:nvSpPr>
          <p:cNvPr id="4" name="テキスト ボックス 3">
            <a:extLst>
              <a:ext uri="{FF2B5EF4-FFF2-40B4-BE49-F238E27FC236}">
                <a16:creationId xmlns:a16="http://schemas.microsoft.com/office/drawing/2014/main" id="{043E8765-FB95-D560-8712-61ACC0F7750D}"/>
              </a:ext>
            </a:extLst>
          </p:cNvPr>
          <p:cNvSpPr txBox="1"/>
          <p:nvPr userDrawn="1"/>
        </p:nvSpPr>
        <p:spPr>
          <a:xfrm>
            <a:off x="13875" y="6469541"/>
            <a:ext cx="294953" cy="184666"/>
          </a:xfrm>
          <a:prstGeom prst="rect">
            <a:avLst/>
          </a:prstGeom>
          <a:noFill/>
        </p:spPr>
        <p:txBody>
          <a:bodyPr wrap="none" lIns="0" tIns="0" rIns="0" bIns="0" rtlCol="0">
            <a:spAutoFit/>
          </a:bodyPr>
          <a:lstStyle/>
          <a:p>
            <a:pPr algn="ctr"/>
            <a:fld id="{6BB6987E-DEA3-4B61-8C0A-028B33D0CFA7}" type="slidenum">
              <a:rPr kumimoji="1" lang="ja-JP" altLang="en-US" sz="1200" b="0" i="0" u="none" strike="noStrike" kern="1200" cap="none" spc="0" normalizeH="0" baseline="0" noProof="0" smtClean="0">
                <a:ln>
                  <a:noFill/>
                </a:ln>
                <a:solidFill>
                  <a:schemeClr val="tx1"/>
                </a:solidFill>
                <a:effectLst/>
                <a:uLnTx/>
                <a:uFillTx/>
                <a:latin typeface="+mn-ea"/>
                <a:ea typeface="+mn-ea"/>
                <a:cs typeface="+mn-cs"/>
              </a:rPr>
              <a:pPr algn="ctr"/>
              <a:t>‹#›</a:t>
            </a:fld>
            <a:endParaRPr kumimoji="1" lang="ja-JP" altLang="en-US" sz="3200">
              <a:solidFill>
                <a:schemeClr val="tx1"/>
              </a:solidFill>
              <a:latin typeface="+mn-ea"/>
              <a:ea typeface="+mn-ea"/>
            </a:endParaRPr>
          </a:p>
        </p:txBody>
      </p:sp>
      <p:sp>
        <p:nvSpPr>
          <p:cNvPr id="2" name="テキスト ボックス 1">
            <a:extLst>
              <a:ext uri="{FF2B5EF4-FFF2-40B4-BE49-F238E27FC236}">
                <a16:creationId xmlns:a16="http://schemas.microsoft.com/office/drawing/2014/main" id="{C1A898FE-5829-D855-CA95-23B13336E2F7}"/>
              </a:ext>
            </a:extLst>
          </p:cNvPr>
          <p:cNvSpPr txBox="1"/>
          <p:nvPr userDrawn="1"/>
        </p:nvSpPr>
        <p:spPr>
          <a:xfrm>
            <a:off x="8851" y="2869064"/>
            <a:ext cx="307777" cy="3284848"/>
          </a:xfrm>
          <a:prstGeom prst="rect">
            <a:avLst/>
          </a:prstGeom>
          <a:noFill/>
        </p:spPr>
        <p:txBody>
          <a:bodyPr vert="eaVert" wrap="square">
            <a:spAutoFit/>
          </a:bodyPr>
          <a:lstStyle/>
          <a:p>
            <a:pPr lvl="0"/>
            <a:r>
              <a:rPr kumimoji="1" lang="ja-JP" altLang="en-US" sz="800">
                <a:solidFill>
                  <a:schemeClr val="tx1">
                    <a:lumMod val="75000"/>
                  </a:schemeClr>
                </a:solidFill>
                <a:latin typeface="+mn-ea"/>
                <a:ea typeface="+mn-ea"/>
              </a:rPr>
              <a:t>会社名・商品名・サ−ビス名は各社の登録商標 </a:t>
            </a:r>
            <a:r>
              <a:rPr kumimoji="1" lang="ja-JP" altLang="en-US" sz="800" b="0">
                <a:solidFill>
                  <a:schemeClr val="tx1">
                    <a:lumMod val="75000"/>
                  </a:schemeClr>
                </a:solidFill>
                <a:latin typeface="HGP明朝B" panose="02020800000000000000" pitchFamily="18" charset="-128"/>
                <a:ea typeface="HGP明朝B" panose="02020800000000000000" pitchFamily="18" charset="-128"/>
              </a:rPr>
              <a:t>、</a:t>
            </a:r>
            <a:r>
              <a:rPr kumimoji="1" lang="ja-JP" altLang="en-US" sz="800">
                <a:solidFill>
                  <a:schemeClr val="tx1">
                    <a:lumMod val="75000"/>
                  </a:schemeClr>
                </a:solidFill>
                <a:latin typeface="+mn-ea"/>
                <a:ea typeface="+mn-ea"/>
              </a:rPr>
              <a:t>または商標です</a:t>
            </a:r>
          </a:p>
        </p:txBody>
      </p:sp>
    </p:spTree>
    <p:extLst>
      <p:ext uri="{BB962C8B-B14F-4D97-AF65-F5344CB8AC3E}">
        <p14:creationId xmlns:p14="http://schemas.microsoft.com/office/powerpoint/2010/main" val="1180573778"/>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青_空スライド（ロゴあり）">
    <p:bg>
      <p:bgRef idx="1001">
        <a:schemeClr val="bg2"/>
      </p:bgRef>
    </p:bg>
    <p:spTree>
      <p:nvGrpSpPr>
        <p:cNvPr id="1" name=""/>
        <p:cNvGrpSpPr/>
        <p:nvPr/>
      </p:nvGrpSpPr>
      <p:grpSpPr>
        <a:xfrm>
          <a:off x="0" y="0"/>
          <a:ext cx="0" cy="0"/>
          <a:chOff x="0" y="0"/>
          <a:chExt cx="0" cy="0"/>
        </a:xfrm>
      </p:grpSpPr>
      <p:pic>
        <p:nvPicPr>
          <p:cNvPr id="5" name="図 4" descr="図形  中程度の精度で自動的に生成された説明">
            <a:extLst>
              <a:ext uri="{FF2B5EF4-FFF2-40B4-BE49-F238E27FC236}">
                <a16:creationId xmlns:a16="http://schemas.microsoft.com/office/drawing/2014/main" id="{5A4FCF7E-22AE-30A8-8153-7217B9388939}"/>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10704000" y="261000"/>
            <a:ext cx="1162800" cy="275292"/>
          </a:xfrm>
          <a:prstGeom prst="rect">
            <a:avLst/>
          </a:prstGeom>
        </p:spPr>
      </p:pic>
      <p:sp>
        <p:nvSpPr>
          <p:cNvPr id="6" name="テキスト ボックス 5">
            <a:extLst>
              <a:ext uri="{FF2B5EF4-FFF2-40B4-BE49-F238E27FC236}">
                <a16:creationId xmlns:a16="http://schemas.microsoft.com/office/drawing/2014/main" id="{A5C99B11-1472-1184-4B89-E855DF9CBFBD}"/>
              </a:ext>
            </a:extLst>
          </p:cNvPr>
          <p:cNvSpPr txBox="1"/>
          <p:nvPr userDrawn="1"/>
        </p:nvSpPr>
        <p:spPr>
          <a:xfrm rot="5400000">
            <a:off x="-821967" y="916705"/>
            <a:ext cx="1950122" cy="215444"/>
          </a:xfrm>
          <a:prstGeom prst="rect">
            <a:avLst/>
          </a:prstGeom>
          <a:noFill/>
        </p:spPr>
        <p:txBody>
          <a:bodyPr vert="horz"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srgbClr val="FFFFFF">
                    <a:lumMod val="75000"/>
                  </a:srgbClr>
                </a:solidFill>
                <a:effectLst/>
                <a:uLnTx/>
                <a:uFillTx/>
                <a:latin typeface="+mn-lt"/>
                <a:ea typeface="游ゴシック" panose="020B0400000000000000" pitchFamily="50" charset="-128"/>
              </a:rPr>
              <a:t>©︎2025 VeriServe Corp.  </a:t>
            </a:r>
            <a:endParaRPr kumimoji="0" lang="ja-JP" altLang="en-US" sz="800" b="0" i="0" u="none" strike="noStrike" kern="0" cap="none" spc="0" normalizeH="0" baseline="0" noProof="0">
              <a:ln>
                <a:noFill/>
              </a:ln>
              <a:solidFill>
                <a:srgbClr val="FFFFFF">
                  <a:lumMod val="75000"/>
                </a:srgbClr>
              </a:solidFill>
              <a:effectLst/>
              <a:uLnTx/>
              <a:uFillTx/>
              <a:latin typeface="+mn-lt"/>
              <a:ea typeface="游ゴシック" panose="020B0400000000000000" pitchFamily="50" charset="-128"/>
            </a:endParaRPr>
          </a:p>
        </p:txBody>
      </p:sp>
      <p:sp>
        <p:nvSpPr>
          <p:cNvPr id="4" name="テキスト ボックス 3">
            <a:extLst>
              <a:ext uri="{FF2B5EF4-FFF2-40B4-BE49-F238E27FC236}">
                <a16:creationId xmlns:a16="http://schemas.microsoft.com/office/drawing/2014/main" id="{B2AE47CE-D207-BFF4-78C1-0DEE4F366959}"/>
              </a:ext>
            </a:extLst>
          </p:cNvPr>
          <p:cNvSpPr txBox="1"/>
          <p:nvPr userDrawn="1"/>
        </p:nvSpPr>
        <p:spPr>
          <a:xfrm>
            <a:off x="13875" y="6469541"/>
            <a:ext cx="294953" cy="184666"/>
          </a:xfrm>
          <a:prstGeom prst="rect">
            <a:avLst/>
          </a:prstGeom>
          <a:noFill/>
        </p:spPr>
        <p:txBody>
          <a:bodyPr wrap="none" lIns="0" tIns="0" rIns="0" bIns="0" rtlCol="0">
            <a:spAutoFit/>
          </a:bodyPr>
          <a:lstStyle/>
          <a:p>
            <a:pPr algn="ctr"/>
            <a:fld id="{6BB6987E-DEA3-4B61-8C0A-028B33D0CFA7}" type="slidenum">
              <a:rPr kumimoji="1" lang="ja-JP" altLang="en-US" sz="1200" b="0" i="0" u="none" strike="noStrike" kern="1200" cap="none" spc="0" normalizeH="0" baseline="0" noProof="0" smtClean="0">
                <a:ln>
                  <a:noFill/>
                </a:ln>
                <a:solidFill>
                  <a:schemeClr val="tx1"/>
                </a:solidFill>
                <a:effectLst/>
                <a:uLnTx/>
                <a:uFillTx/>
                <a:latin typeface="+mn-ea"/>
                <a:ea typeface="+mn-ea"/>
                <a:cs typeface="+mn-cs"/>
              </a:rPr>
              <a:pPr algn="ctr"/>
              <a:t>‹#›</a:t>
            </a:fld>
            <a:endParaRPr kumimoji="1" lang="ja-JP" altLang="en-US" sz="3200">
              <a:solidFill>
                <a:schemeClr val="tx1"/>
              </a:solidFill>
              <a:latin typeface="+mn-ea"/>
              <a:ea typeface="+mn-ea"/>
            </a:endParaRPr>
          </a:p>
        </p:txBody>
      </p:sp>
      <p:sp>
        <p:nvSpPr>
          <p:cNvPr id="2" name="テキスト ボックス 1">
            <a:extLst>
              <a:ext uri="{FF2B5EF4-FFF2-40B4-BE49-F238E27FC236}">
                <a16:creationId xmlns:a16="http://schemas.microsoft.com/office/drawing/2014/main" id="{521223E7-6616-7649-99F7-A040BA29322A}"/>
              </a:ext>
            </a:extLst>
          </p:cNvPr>
          <p:cNvSpPr txBox="1"/>
          <p:nvPr userDrawn="1"/>
        </p:nvSpPr>
        <p:spPr>
          <a:xfrm>
            <a:off x="8851" y="2869064"/>
            <a:ext cx="307777" cy="3284848"/>
          </a:xfrm>
          <a:prstGeom prst="rect">
            <a:avLst/>
          </a:prstGeom>
          <a:noFill/>
        </p:spPr>
        <p:txBody>
          <a:bodyPr vert="eaVert" wrap="square">
            <a:spAutoFit/>
          </a:bodyPr>
          <a:lstStyle/>
          <a:p>
            <a:pPr lvl="0"/>
            <a:r>
              <a:rPr kumimoji="1" lang="ja-JP" altLang="en-US" sz="800">
                <a:solidFill>
                  <a:schemeClr val="tx1">
                    <a:lumMod val="75000"/>
                  </a:schemeClr>
                </a:solidFill>
                <a:latin typeface="+mn-ea"/>
                <a:ea typeface="+mn-ea"/>
              </a:rPr>
              <a:t>会社名・商品名・サ−ビス名は各社の登録商標 </a:t>
            </a:r>
            <a:r>
              <a:rPr kumimoji="1" lang="ja-JP" altLang="en-US" sz="800" b="0">
                <a:solidFill>
                  <a:schemeClr val="tx1">
                    <a:lumMod val="75000"/>
                  </a:schemeClr>
                </a:solidFill>
                <a:latin typeface="HGP明朝B" panose="02020800000000000000" pitchFamily="18" charset="-128"/>
                <a:ea typeface="HGP明朝B" panose="02020800000000000000" pitchFamily="18" charset="-128"/>
              </a:rPr>
              <a:t>、</a:t>
            </a:r>
            <a:r>
              <a:rPr kumimoji="1" lang="ja-JP" altLang="en-US" sz="800">
                <a:solidFill>
                  <a:schemeClr val="tx1">
                    <a:lumMod val="75000"/>
                  </a:schemeClr>
                </a:solidFill>
                <a:latin typeface="+mn-ea"/>
                <a:ea typeface="+mn-ea"/>
              </a:rPr>
              <a:t>または商標です</a:t>
            </a:r>
          </a:p>
        </p:txBody>
      </p:sp>
    </p:spTree>
    <p:extLst>
      <p:ext uri="{BB962C8B-B14F-4D97-AF65-F5344CB8AC3E}">
        <p14:creationId xmlns:p14="http://schemas.microsoft.com/office/powerpoint/2010/main" val="305561590"/>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白_空スライド">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77107690-1AAF-674F-8154-76F202665871}"/>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50000"/>
                  </a:schemeClr>
                </a:solidFill>
                <a:latin typeface="游ゴシック" panose="020B0400000000000000" pitchFamily="50" charset="-128"/>
                <a:ea typeface="游ゴシック" panose="020B0400000000000000" pitchFamily="50" charset="-128"/>
              </a:rPr>
              <a:t>©︎2025 VeriServe Corp.  </a:t>
            </a:r>
            <a:endParaRPr kumimoji="1" lang="ja-JP" altLang="en-US" sz="800">
              <a:solidFill>
                <a:schemeClr val="bg1">
                  <a:lumMod val="50000"/>
                </a:schemeClr>
              </a:solidFill>
              <a:latin typeface="游ゴシック" panose="020B0400000000000000" pitchFamily="50" charset="-128"/>
              <a:ea typeface="游ゴシック" panose="020B0400000000000000" pitchFamily="50" charset="-128"/>
            </a:endParaRPr>
          </a:p>
        </p:txBody>
      </p:sp>
      <p:sp>
        <p:nvSpPr>
          <p:cNvPr id="6" name="テキスト ボックス 5">
            <a:extLst>
              <a:ext uri="{FF2B5EF4-FFF2-40B4-BE49-F238E27FC236}">
                <a16:creationId xmlns:a16="http://schemas.microsoft.com/office/drawing/2014/main" id="{71A0D7F6-F77A-DE6B-CFC4-78BA497C868E}"/>
              </a:ext>
            </a:extLst>
          </p:cNvPr>
          <p:cNvSpPr txBox="1"/>
          <p:nvPr userDrawn="1"/>
        </p:nvSpPr>
        <p:spPr>
          <a:xfrm>
            <a:off x="13875" y="6469541"/>
            <a:ext cx="294953" cy="184666"/>
          </a:xfrm>
          <a:prstGeom prst="rect">
            <a:avLst/>
          </a:prstGeom>
          <a:noFill/>
        </p:spPr>
        <p:txBody>
          <a:bodyPr wrap="none" lIns="0" tIns="0" rIns="0" bIns="0" rtlCol="0">
            <a:spAutoFit/>
          </a:bodyPr>
          <a:lstStyle/>
          <a:p>
            <a:pPr algn="ctr"/>
            <a:fld id="{6BB6987E-DEA3-4B61-8C0A-028B33D0CFA7}" type="slidenum">
              <a:rPr kumimoji="1" lang="ja-JP" altLang="en-US" sz="1200" b="0" i="0" u="none" strike="noStrike" kern="1200" cap="none" spc="0" normalizeH="0" baseline="0" noProof="0" smtClean="0">
                <a:ln>
                  <a:noFill/>
                </a:ln>
                <a:solidFill>
                  <a:schemeClr val="bg1">
                    <a:lumMod val="50000"/>
                  </a:schemeClr>
                </a:solidFill>
                <a:effectLst/>
                <a:uLnTx/>
                <a:uFillTx/>
                <a:latin typeface="+mn-ea"/>
                <a:ea typeface="+mn-ea"/>
                <a:cs typeface="+mn-cs"/>
              </a:rPr>
              <a:pPr algn="ctr"/>
              <a:t>‹#›</a:t>
            </a:fld>
            <a:endParaRPr kumimoji="1" lang="ja-JP" altLang="en-US" sz="3200">
              <a:solidFill>
                <a:schemeClr val="bg1">
                  <a:lumMod val="50000"/>
                </a:schemeClr>
              </a:solidFill>
              <a:latin typeface="+mn-ea"/>
              <a:ea typeface="+mn-ea"/>
            </a:endParaRPr>
          </a:p>
        </p:txBody>
      </p:sp>
      <p:sp>
        <p:nvSpPr>
          <p:cNvPr id="5" name="テキスト ボックス 4">
            <a:extLst>
              <a:ext uri="{FF2B5EF4-FFF2-40B4-BE49-F238E27FC236}">
                <a16:creationId xmlns:a16="http://schemas.microsoft.com/office/drawing/2014/main" id="{5AA5D719-DA16-DF86-5ECA-58E29A89C575}"/>
              </a:ext>
            </a:extLst>
          </p:cNvPr>
          <p:cNvSpPr txBox="1"/>
          <p:nvPr userDrawn="1"/>
        </p:nvSpPr>
        <p:spPr>
          <a:xfrm>
            <a:off x="8851" y="2869064"/>
            <a:ext cx="307777" cy="3284848"/>
          </a:xfrm>
          <a:prstGeom prst="rect">
            <a:avLst/>
          </a:prstGeom>
          <a:noFill/>
        </p:spPr>
        <p:txBody>
          <a:bodyPr vert="eaVert" wrap="square">
            <a:spAutoFit/>
          </a:bodyPr>
          <a:lstStyle/>
          <a:p>
            <a:pPr lvl="0"/>
            <a:r>
              <a:rPr kumimoji="1" lang="ja-JP" altLang="en-US" sz="800">
                <a:solidFill>
                  <a:schemeClr val="bg1">
                    <a:lumMod val="50000"/>
                  </a:schemeClr>
                </a:solidFill>
                <a:latin typeface="+mn-ea"/>
                <a:ea typeface="+mn-ea"/>
              </a:rPr>
              <a:t>会社名・商品名・サ−ビス名は各社の登録商標 </a:t>
            </a:r>
            <a:r>
              <a:rPr kumimoji="1" lang="ja-JP" altLang="en-US" sz="800" b="0">
                <a:solidFill>
                  <a:schemeClr val="bg1">
                    <a:lumMod val="50000"/>
                  </a:schemeClr>
                </a:solidFill>
                <a:latin typeface="HGP明朝B" panose="02020800000000000000" pitchFamily="18" charset="-128"/>
                <a:ea typeface="HGP明朝B" panose="02020800000000000000" pitchFamily="18" charset="-128"/>
              </a:rPr>
              <a:t>、</a:t>
            </a:r>
            <a:r>
              <a:rPr kumimoji="1" lang="ja-JP" altLang="en-US" sz="800">
                <a:solidFill>
                  <a:schemeClr val="bg1">
                    <a:lumMod val="50000"/>
                  </a:schemeClr>
                </a:solidFill>
                <a:latin typeface="+mn-ea"/>
                <a:ea typeface="+mn-ea"/>
              </a:rPr>
              <a:t>または商標です</a:t>
            </a:r>
          </a:p>
        </p:txBody>
      </p:sp>
    </p:spTree>
    <p:extLst>
      <p:ext uri="{BB962C8B-B14F-4D97-AF65-F5344CB8AC3E}">
        <p14:creationId xmlns:p14="http://schemas.microsoft.com/office/powerpoint/2010/main" val="194492506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白_空スライド（ロゴあり）">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77107690-1AAF-674F-8154-76F202665871}"/>
              </a:ext>
            </a:extLst>
          </p:cNvPr>
          <p:cNvSpPr txBox="1"/>
          <p:nvPr userDrawn="1"/>
        </p:nvSpPr>
        <p:spPr>
          <a:xfrm rot="5400000">
            <a:off x="-821967" y="916705"/>
            <a:ext cx="1950122" cy="215444"/>
          </a:xfrm>
          <a:prstGeom prst="rect">
            <a:avLst/>
          </a:prstGeom>
          <a:noFill/>
        </p:spPr>
        <p:txBody>
          <a:bodyPr vert="horz" wrap="square">
            <a:spAutoFit/>
          </a:bodyPr>
          <a:lstStyle/>
          <a:p>
            <a:pPr lvl="0"/>
            <a:r>
              <a:rPr kumimoji="1" lang="en-US" altLang="ja-JP" sz="800">
                <a:solidFill>
                  <a:schemeClr val="bg1">
                    <a:lumMod val="50000"/>
                  </a:schemeClr>
                </a:solidFill>
                <a:latin typeface="+mn-lt"/>
                <a:ea typeface="游ゴシック" panose="020B0400000000000000" pitchFamily="50" charset="-128"/>
              </a:rPr>
              <a:t>©︎2025 VeriServe Corp.  </a:t>
            </a:r>
            <a:endParaRPr kumimoji="1" lang="ja-JP" altLang="en-US" sz="800">
              <a:solidFill>
                <a:schemeClr val="bg1">
                  <a:lumMod val="50000"/>
                </a:schemeClr>
              </a:solidFill>
              <a:latin typeface="+mn-lt"/>
              <a:ea typeface="游ゴシック" panose="020B0400000000000000" pitchFamily="50" charset="-128"/>
            </a:endParaRPr>
          </a:p>
        </p:txBody>
      </p:sp>
      <p:pic>
        <p:nvPicPr>
          <p:cNvPr id="5" name="図 4" descr="図形  中程度の精度で自動的に生成された説明">
            <a:extLst>
              <a:ext uri="{FF2B5EF4-FFF2-40B4-BE49-F238E27FC236}">
                <a16:creationId xmlns:a16="http://schemas.microsoft.com/office/drawing/2014/main" id="{93287D1A-DB5C-00EC-272B-76E5B58D22AD}"/>
              </a:ext>
            </a:extLst>
          </p:cNvPr>
          <p:cNvPicPr>
            <a:picLocks noChangeAspect="1"/>
          </p:cNvPicPr>
          <p:nvPr userDrawn="1"/>
        </p:nvPicPr>
        <p:blipFill>
          <a:blip r:embed="rId2"/>
          <a:stretch>
            <a:fillRect/>
          </a:stretch>
        </p:blipFill>
        <p:spPr>
          <a:xfrm>
            <a:off x="10702078" y="254976"/>
            <a:ext cx="1162800" cy="275292"/>
          </a:xfrm>
          <a:prstGeom prst="rect">
            <a:avLst/>
          </a:prstGeom>
        </p:spPr>
      </p:pic>
      <p:sp>
        <p:nvSpPr>
          <p:cNvPr id="6" name="テキスト ボックス 5">
            <a:extLst>
              <a:ext uri="{FF2B5EF4-FFF2-40B4-BE49-F238E27FC236}">
                <a16:creationId xmlns:a16="http://schemas.microsoft.com/office/drawing/2014/main" id="{DB87A94E-D93A-0AF0-BA58-5371FBA6FB9A}"/>
              </a:ext>
            </a:extLst>
          </p:cNvPr>
          <p:cNvSpPr txBox="1"/>
          <p:nvPr userDrawn="1"/>
        </p:nvSpPr>
        <p:spPr>
          <a:xfrm>
            <a:off x="13875" y="6469541"/>
            <a:ext cx="294953" cy="184666"/>
          </a:xfrm>
          <a:prstGeom prst="rect">
            <a:avLst/>
          </a:prstGeom>
          <a:noFill/>
        </p:spPr>
        <p:txBody>
          <a:bodyPr wrap="none" lIns="0" tIns="0" rIns="0" bIns="0" rtlCol="0">
            <a:spAutoFit/>
          </a:bodyPr>
          <a:lstStyle/>
          <a:p>
            <a:pPr algn="ctr"/>
            <a:fld id="{6BB6987E-DEA3-4B61-8C0A-028B33D0CFA7}" type="slidenum">
              <a:rPr kumimoji="1" lang="ja-JP" altLang="en-US" sz="1200" b="0" i="0" u="none" strike="noStrike" kern="1200" cap="none" spc="0" normalizeH="0" baseline="0" noProof="0" smtClean="0">
                <a:ln>
                  <a:noFill/>
                </a:ln>
                <a:solidFill>
                  <a:schemeClr val="bg1">
                    <a:lumMod val="50000"/>
                  </a:schemeClr>
                </a:solidFill>
                <a:effectLst/>
                <a:uLnTx/>
                <a:uFillTx/>
                <a:latin typeface="+mn-ea"/>
                <a:ea typeface="+mn-ea"/>
                <a:cs typeface="+mn-cs"/>
              </a:rPr>
              <a:pPr algn="ctr"/>
              <a:t>‹#›</a:t>
            </a:fld>
            <a:endParaRPr kumimoji="1" lang="ja-JP" altLang="en-US" sz="3200">
              <a:solidFill>
                <a:schemeClr val="bg1">
                  <a:lumMod val="50000"/>
                </a:schemeClr>
              </a:solidFill>
              <a:latin typeface="+mn-ea"/>
              <a:ea typeface="+mn-ea"/>
            </a:endParaRPr>
          </a:p>
        </p:txBody>
      </p:sp>
      <p:sp>
        <p:nvSpPr>
          <p:cNvPr id="7" name="テキスト ボックス 6">
            <a:extLst>
              <a:ext uri="{FF2B5EF4-FFF2-40B4-BE49-F238E27FC236}">
                <a16:creationId xmlns:a16="http://schemas.microsoft.com/office/drawing/2014/main" id="{15E337F6-8035-9F2F-E529-3142FE8476F0}"/>
              </a:ext>
            </a:extLst>
          </p:cNvPr>
          <p:cNvSpPr txBox="1"/>
          <p:nvPr userDrawn="1"/>
        </p:nvSpPr>
        <p:spPr>
          <a:xfrm>
            <a:off x="8851" y="2869064"/>
            <a:ext cx="307777" cy="3284848"/>
          </a:xfrm>
          <a:prstGeom prst="rect">
            <a:avLst/>
          </a:prstGeom>
          <a:noFill/>
        </p:spPr>
        <p:txBody>
          <a:bodyPr vert="eaVert" wrap="square">
            <a:spAutoFit/>
          </a:bodyPr>
          <a:lstStyle/>
          <a:p>
            <a:pPr lvl="0"/>
            <a:r>
              <a:rPr kumimoji="1" lang="ja-JP" altLang="en-US" sz="800">
                <a:solidFill>
                  <a:schemeClr val="bg1">
                    <a:lumMod val="50000"/>
                  </a:schemeClr>
                </a:solidFill>
                <a:latin typeface="+mn-ea"/>
                <a:ea typeface="+mn-ea"/>
              </a:rPr>
              <a:t>会社名・商品名・サ−ビス名は各社の登録商標 </a:t>
            </a:r>
            <a:r>
              <a:rPr kumimoji="1" lang="ja-JP" altLang="en-US" sz="800" b="0">
                <a:solidFill>
                  <a:schemeClr val="bg1">
                    <a:lumMod val="50000"/>
                  </a:schemeClr>
                </a:solidFill>
                <a:latin typeface="HGP明朝B" panose="02020800000000000000" pitchFamily="18" charset="-128"/>
                <a:ea typeface="HGP明朝B" panose="02020800000000000000" pitchFamily="18" charset="-128"/>
              </a:rPr>
              <a:t>、</a:t>
            </a:r>
            <a:r>
              <a:rPr kumimoji="1" lang="ja-JP" altLang="en-US" sz="800">
                <a:solidFill>
                  <a:schemeClr val="bg1">
                    <a:lumMod val="50000"/>
                  </a:schemeClr>
                </a:solidFill>
                <a:latin typeface="+mn-ea"/>
                <a:ea typeface="+mn-ea"/>
              </a:rPr>
              <a:t>または商標です</a:t>
            </a:r>
          </a:p>
        </p:txBody>
      </p:sp>
    </p:spTree>
    <p:extLst>
      <p:ext uri="{BB962C8B-B14F-4D97-AF65-F5344CB8AC3E}">
        <p14:creationId xmlns:p14="http://schemas.microsoft.com/office/powerpoint/2010/main" val="36844243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70966E0-F9C8-3E46-2D98-0A506F6031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3464E5A-B5AA-9B5D-AC90-D6424727A4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25A4878-6F59-2153-25E5-A91EAB24E3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DAAC29-8B67-8949-8FCB-2C27C2219EF2}" type="datetime1">
              <a:rPr kumimoji="1" lang="ja-JP" altLang="en-US" smtClean="0"/>
              <a:t>2026/5/22</a:t>
            </a:fld>
            <a:endParaRPr kumimoji="1" lang="ja-JP" altLang="en-US"/>
          </a:p>
        </p:txBody>
      </p:sp>
      <p:sp>
        <p:nvSpPr>
          <p:cNvPr id="5" name="フッター プレースホルダー 4">
            <a:extLst>
              <a:ext uri="{FF2B5EF4-FFF2-40B4-BE49-F238E27FC236}">
                <a16:creationId xmlns:a16="http://schemas.microsoft.com/office/drawing/2014/main" id="{A08E15AB-CB4B-198C-D193-C38E373CB3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825062D-6033-8CCE-EAE9-5C07196AA5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A9F59F-5AEA-DB42-A066-0EDE44B4D5E7}" type="slidenum">
              <a:rPr kumimoji="1" lang="ja-JP" altLang="en-US" smtClean="0"/>
              <a:t>‹#›</a:t>
            </a:fld>
            <a:endParaRPr kumimoji="1" lang="ja-JP" altLang="en-US"/>
          </a:p>
        </p:txBody>
      </p:sp>
    </p:spTree>
    <p:extLst>
      <p:ext uri="{BB962C8B-B14F-4D97-AF65-F5344CB8AC3E}">
        <p14:creationId xmlns:p14="http://schemas.microsoft.com/office/powerpoint/2010/main" val="3870042855"/>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 id="2147483755" r:id="rId12"/>
    <p:sldLayoutId id="2147483756" r:id="rId13"/>
    <p:sldLayoutId id="2147483757" r:id="rId14"/>
    <p:sldLayoutId id="2147483758" r:id="rId15"/>
    <p:sldLayoutId id="2147483759" r:id="rId16"/>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ea"/>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6">
          <p15:clr>
            <a:srgbClr val="F26B43"/>
          </p15:clr>
        </p15:guide>
        <p15:guide id="2" pos="7333">
          <p15:clr>
            <a:srgbClr val="F26B43"/>
          </p15:clr>
        </p15:guide>
        <p15:guide id="3" orient="horz" pos="3952">
          <p15:clr>
            <a:srgbClr val="F26B43"/>
          </p15:clr>
        </p15:guide>
        <p15:guide id="4" orient="horz" pos="61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70966E0-F9C8-3E46-2D98-0A506F6031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3464E5A-B5AA-9B5D-AC90-D6424727A4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25A4878-6F59-2153-25E5-A91EAB24E3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DAAC29-8B67-8949-8FCB-2C27C2219EF2}" type="datetime1">
              <a:rPr kumimoji="1" lang="ja-JP" altLang="en-US" smtClean="0"/>
              <a:t>2026/5/22</a:t>
            </a:fld>
            <a:endParaRPr kumimoji="1" lang="ja-JP" altLang="en-US"/>
          </a:p>
        </p:txBody>
      </p:sp>
      <p:sp>
        <p:nvSpPr>
          <p:cNvPr id="5" name="フッター プレースホルダー 4">
            <a:extLst>
              <a:ext uri="{FF2B5EF4-FFF2-40B4-BE49-F238E27FC236}">
                <a16:creationId xmlns:a16="http://schemas.microsoft.com/office/drawing/2014/main" id="{A08E15AB-CB4B-198C-D193-C38E373CB3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825062D-6033-8CCE-EAE9-5C07196AA5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A9F59F-5AEA-DB42-A066-0EDE44B4D5E7}" type="slidenum">
              <a:rPr kumimoji="1" lang="ja-JP" altLang="en-US" smtClean="0"/>
              <a:t>‹#›</a:t>
            </a:fld>
            <a:endParaRPr kumimoji="1" lang="ja-JP" altLang="en-US"/>
          </a:p>
        </p:txBody>
      </p:sp>
    </p:spTree>
    <p:extLst>
      <p:ext uri="{BB962C8B-B14F-4D97-AF65-F5344CB8AC3E}">
        <p14:creationId xmlns:p14="http://schemas.microsoft.com/office/powerpoint/2010/main" val="767558150"/>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ea"/>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6">
          <p15:clr>
            <a:srgbClr val="F26B43"/>
          </p15:clr>
        </p15:guide>
        <p15:guide id="2" pos="7333">
          <p15:clr>
            <a:srgbClr val="F26B43"/>
          </p15:clr>
        </p15:guide>
        <p15:guide id="3" orient="horz" pos="3952">
          <p15:clr>
            <a:srgbClr val="F26B43"/>
          </p15:clr>
        </p15:guide>
        <p15:guide id="4" orient="horz" pos="61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8.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43A86D-E7E4-C452-5AD2-1DBC6456F7F2}"/>
              </a:ext>
            </a:extLst>
          </p:cNvPr>
          <p:cNvSpPr>
            <a:spLocks noGrp="1"/>
          </p:cNvSpPr>
          <p:nvPr>
            <p:ph type="ctrTitle"/>
          </p:nvPr>
        </p:nvSpPr>
        <p:spPr/>
        <p:txBody>
          <a:bodyPr/>
          <a:lstStyle/>
          <a:p>
            <a:r>
              <a:rPr lang="ja-JP" altLang="en-US"/>
              <a:t>テスト設計コンテスト参加に向けて</a:t>
            </a:r>
            <a:endParaRPr kumimoji="1" lang="ja-JP" altLang="en-US"/>
          </a:p>
        </p:txBody>
      </p:sp>
      <p:sp>
        <p:nvSpPr>
          <p:cNvPr id="6" name="コンテンツ プレースホルダー 5">
            <a:extLst>
              <a:ext uri="{FF2B5EF4-FFF2-40B4-BE49-F238E27FC236}">
                <a16:creationId xmlns:a16="http://schemas.microsoft.com/office/drawing/2014/main" id="{34187AD6-ACF6-F18D-B062-9144E1A58016}"/>
              </a:ext>
            </a:extLst>
          </p:cNvPr>
          <p:cNvSpPr>
            <a:spLocks noGrp="1"/>
          </p:cNvSpPr>
          <p:nvPr>
            <p:ph sz="quarter" idx="15"/>
          </p:nvPr>
        </p:nvSpPr>
        <p:spPr/>
        <p:txBody>
          <a:bodyPr/>
          <a:lstStyle/>
          <a:p>
            <a:r>
              <a:rPr kumimoji="1" lang="en-US" altLang="ja-JP"/>
              <a:t>2026</a:t>
            </a:r>
            <a:r>
              <a:rPr kumimoji="1" lang="ja-JP" altLang="en-US"/>
              <a:t>年</a:t>
            </a:r>
            <a:r>
              <a:rPr kumimoji="1" lang="en-US" altLang="ja-JP"/>
              <a:t>5</a:t>
            </a:r>
            <a:r>
              <a:rPr kumimoji="1" lang="ja-JP" altLang="en-US"/>
              <a:t>月</a:t>
            </a:r>
            <a:r>
              <a:rPr kumimoji="1" lang="en-US" altLang="ja-JP"/>
              <a:t>20</a:t>
            </a:r>
            <a:r>
              <a:rPr kumimoji="1" lang="ja-JP" altLang="en-US"/>
              <a:t>日</a:t>
            </a:r>
          </a:p>
        </p:txBody>
      </p:sp>
    </p:spTree>
    <p:extLst>
      <p:ext uri="{BB962C8B-B14F-4D97-AF65-F5344CB8AC3E}">
        <p14:creationId xmlns:p14="http://schemas.microsoft.com/office/powerpoint/2010/main" val="3396393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D3824FBC-1512-1A10-0333-6D68AB571CE0}"/>
              </a:ext>
            </a:extLst>
          </p:cNvPr>
          <p:cNvSpPr>
            <a:spLocks noGrp="1"/>
          </p:cNvSpPr>
          <p:nvPr>
            <p:ph type="title"/>
          </p:nvPr>
        </p:nvSpPr>
        <p:spPr/>
        <p:txBody>
          <a:bodyPr/>
          <a:lstStyle/>
          <a:p>
            <a:r>
              <a:rPr lang="ja-JP" altLang="en-US"/>
              <a:t>テスト設計コンテストとは？</a:t>
            </a:r>
          </a:p>
        </p:txBody>
      </p:sp>
      <p:sp>
        <p:nvSpPr>
          <p:cNvPr id="8" name="コンテンツ プレースホルダー 4">
            <a:extLst>
              <a:ext uri="{FF2B5EF4-FFF2-40B4-BE49-F238E27FC236}">
                <a16:creationId xmlns:a16="http://schemas.microsoft.com/office/drawing/2014/main" id="{4CC7884A-1D51-8EA0-E7F2-221649D3DDEE}"/>
              </a:ext>
            </a:extLst>
          </p:cNvPr>
          <p:cNvSpPr txBox="1">
            <a:spLocks/>
          </p:cNvSpPr>
          <p:nvPr/>
        </p:nvSpPr>
        <p:spPr>
          <a:xfrm>
            <a:off x="803274" y="1253330"/>
            <a:ext cx="10837863" cy="5010309"/>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130000"/>
              </a:lnSpc>
              <a:spcBef>
                <a:spcPts val="1000"/>
              </a:spcBef>
              <a:buFont typeface="Arial" panose="020B0604020202020204" pitchFamily="34" charset="0"/>
              <a:buChar char="•"/>
              <a:defRPr kumimoji="1" sz="2800" b="0" i="0" kern="1200">
                <a:solidFill>
                  <a:schemeClr val="tx1">
                    <a:lumMod val="75000"/>
                    <a:lumOff val="25000"/>
                  </a:schemeClr>
                </a:solidFill>
                <a:latin typeface="+mn-ea"/>
                <a:ea typeface="+mn-ea"/>
                <a:cs typeface="Arial" panose="020B0604020202020204" pitchFamily="34" charset="0"/>
              </a:defRPr>
            </a:lvl1pPr>
            <a:lvl2pPr marL="685800" indent="-228600" algn="l" defTabSz="914400" rtl="0" eaLnBrk="1" latinLnBrk="0" hangingPunct="1">
              <a:lnSpc>
                <a:spcPct val="130000"/>
              </a:lnSpc>
              <a:spcBef>
                <a:spcPts val="500"/>
              </a:spcBef>
              <a:buFont typeface="システムフォント（レギュラー）"/>
              <a:buChar char="▹"/>
              <a:defRPr kumimoji="1" sz="2400" b="0" i="0" kern="1200">
                <a:solidFill>
                  <a:schemeClr val="tx1">
                    <a:lumMod val="75000"/>
                    <a:lumOff val="25000"/>
                  </a:schemeClr>
                </a:solidFill>
                <a:latin typeface="+mn-ea"/>
                <a:ea typeface="+mn-ea"/>
                <a:cs typeface="Arial" panose="020B0604020202020204" pitchFamily="34" charset="0"/>
              </a:defRPr>
            </a:lvl2pPr>
            <a:lvl3pPr marL="1143000" indent="-228600" algn="l" defTabSz="914400" rtl="0" eaLnBrk="1" latinLnBrk="0" hangingPunct="1">
              <a:lnSpc>
                <a:spcPct val="130000"/>
              </a:lnSpc>
              <a:spcBef>
                <a:spcPts val="500"/>
              </a:spcBef>
              <a:buFont typeface="システムフォント（レギュラー）"/>
              <a:buChar char="‣"/>
              <a:defRPr kumimoji="1" sz="2000" b="0" i="0" kern="1200">
                <a:solidFill>
                  <a:schemeClr val="tx1">
                    <a:lumMod val="75000"/>
                    <a:lumOff val="25000"/>
                  </a:schemeClr>
                </a:solidFill>
                <a:latin typeface="+mn-ea"/>
                <a:ea typeface="+mn-ea"/>
                <a:cs typeface="Arial" panose="020B0604020202020204" pitchFamily="34" charset="0"/>
              </a:defRPr>
            </a:lvl3pPr>
            <a:lvl4pPr marL="1600200" indent="-228600" algn="l" defTabSz="914400" rtl="0" eaLnBrk="1" latinLnBrk="0" hangingPunct="1">
              <a:lnSpc>
                <a:spcPct val="130000"/>
              </a:lnSpc>
              <a:spcBef>
                <a:spcPts val="500"/>
              </a:spcBef>
              <a:buFont typeface="Arial" panose="020B0604020202020204" pitchFamily="34" charset="0"/>
              <a:buChar char="•"/>
              <a:defRPr kumimoji="1" sz="1800" b="0" i="0" kern="1200">
                <a:solidFill>
                  <a:schemeClr val="tx1">
                    <a:lumMod val="75000"/>
                    <a:lumOff val="25000"/>
                  </a:schemeClr>
                </a:solidFill>
                <a:latin typeface="+mn-ea"/>
                <a:ea typeface="+mn-ea"/>
                <a:cs typeface="Arial" panose="020B0604020202020204" pitchFamily="34" charset="0"/>
              </a:defRPr>
            </a:lvl4pPr>
            <a:lvl5pPr marL="2057400" indent="-228600" algn="l" defTabSz="914400" rtl="0" eaLnBrk="1" latinLnBrk="0" hangingPunct="1">
              <a:lnSpc>
                <a:spcPct val="130000"/>
              </a:lnSpc>
              <a:spcBef>
                <a:spcPts val="500"/>
              </a:spcBef>
              <a:buFont typeface="Arial" panose="020B0604020202020204" pitchFamily="34" charset="0"/>
              <a:buChar char="•"/>
              <a:defRPr kumimoji="1" sz="1800" b="0" i="0" kern="1200">
                <a:solidFill>
                  <a:schemeClr val="tx1">
                    <a:lumMod val="75000"/>
                    <a:lumOff val="25000"/>
                  </a:schemeClr>
                </a:solidFill>
                <a:latin typeface="+mn-ea"/>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テスト設計を「競技」として楽しみながら学べるコンテスト</a:t>
            </a:r>
            <a:endParaRPr lang="en-US" altLang="ja-JP"/>
          </a:p>
          <a:p>
            <a:pPr marL="0" indent="0">
              <a:buNone/>
            </a:pPr>
            <a:r>
              <a:rPr lang="ja-JP" altLang="en-US" sz="1600"/>
              <a:t>　ソフトウェア品質を支えるテストは、開発において非常に重要な工程です。</a:t>
            </a:r>
            <a:br>
              <a:rPr lang="ja-JP" altLang="en-US" sz="1600"/>
            </a:br>
            <a:r>
              <a:rPr lang="ja-JP" altLang="en-US" sz="1600"/>
              <a:t>　しかし実際の現場では、</a:t>
            </a:r>
            <a:endParaRPr lang="en-US" altLang="ja-JP" sz="1600"/>
          </a:p>
          <a:p>
            <a:pPr lvl="3"/>
            <a:r>
              <a:rPr lang="ja-JP" altLang="en-US"/>
              <a:t>人海戦術になりがち</a:t>
            </a:r>
            <a:endParaRPr lang="en-US" altLang="ja-JP"/>
          </a:p>
          <a:p>
            <a:pPr lvl="3"/>
            <a:r>
              <a:rPr lang="ja-JP" altLang="en-US"/>
              <a:t>経験や勘に依存しやすい</a:t>
            </a:r>
            <a:endParaRPr lang="en-US" altLang="ja-JP"/>
          </a:p>
          <a:p>
            <a:pPr lvl="3"/>
            <a:r>
              <a:rPr lang="ja-JP" altLang="en-US"/>
              <a:t>設計まで十分に時間をかけられない</a:t>
            </a:r>
            <a:endParaRPr lang="en-US" altLang="ja-JP"/>
          </a:p>
          <a:p>
            <a:pPr marL="0" indent="0">
              <a:buNone/>
            </a:pPr>
            <a:r>
              <a:rPr lang="ja-JP" altLang="en-US" sz="1600"/>
              <a:t>　といった課題があります。</a:t>
            </a:r>
            <a:endParaRPr lang="en-US" altLang="ja-JP" sz="1600"/>
          </a:p>
          <a:p>
            <a:pPr marL="0" indent="0">
              <a:buNone/>
            </a:pPr>
            <a:r>
              <a:rPr lang="ja-JP" altLang="en-US" sz="1600">
                <a:cs typeface="Arial"/>
              </a:rPr>
              <a:t>　このコンテストでは、</a:t>
            </a:r>
            <a:br>
              <a:rPr lang="ja-JP" altLang="en-US" sz="1600"/>
            </a:br>
            <a:r>
              <a:rPr lang="ja-JP" altLang="en-US" sz="1600">
                <a:cs typeface="Arial"/>
              </a:rPr>
              <a:t>　</a:t>
            </a:r>
            <a:r>
              <a:rPr lang="ja-JP" altLang="en-US" sz="1600" b="1">
                <a:cs typeface="Arial"/>
              </a:rPr>
              <a:t>「どうテストを考え、設計するか」</a:t>
            </a:r>
            <a:r>
              <a:rPr lang="ja-JP" altLang="en-US" sz="1600">
                <a:cs typeface="Arial"/>
              </a:rPr>
              <a:t> にフォーカスを当て、</a:t>
            </a:r>
            <a:endParaRPr lang="en-US" altLang="ja-JP" sz="1600">
              <a:cs typeface="Arial"/>
            </a:endParaRPr>
          </a:p>
          <a:p>
            <a:pPr lvl="3"/>
            <a:r>
              <a:rPr lang="ja-JP" altLang="en-US"/>
              <a:t>テスト分析</a:t>
            </a:r>
            <a:endParaRPr lang="en-US" altLang="ja-JP"/>
          </a:p>
          <a:p>
            <a:pPr lvl="3"/>
            <a:r>
              <a:rPr lang="ja-JP" altLang="en-US"/>
              <a:t>テスト観点の整理</a:t>
            </a:r>
            <a:endParaRPr lang="en-US" altLang="ja-JP"/>
          </a:p>
          <a:p>
            <a:pPr lvl="3"/>
            <a:r>
              <a:rPr lang="ja-JP" altLang="en-US"/>
              <a:t>テストケース設計</a:t>
            </a:r>
            <a:endParaRPr lang="en-US" altLang="ja-JP"/>
          </a:p>
          <a:p>
            <a:pPr lvl="3"/>
            <a:r>
              <a:rPr lang="ja-JP" altLang="en-US"/>
              <a:t>テスト戦略</a:t>
            </a:r>
            <a:endParaRPr lang="en-US" altLang="ja-JP"/>
          </a:p>
          <a:p>
            <a:pPr marL="0" indent="0">
              <a:buNone/>
            </a:pPr>
            <a:r>
              <a:rPr lang="ja-JP" altLang="en-US" sz="1600"/>
              <a:t>　などをチームで考え、成果物として競います。</a:t>
            </a:r>
            <a:endParaRPr lang="en-US" altLang="ja-JP" sz="1600"/>
          </a:p>
          <a:p>
            <a:pPr marL="0" indent="0">
              <a:buNone/>
            </a:pPr>
            <a:endParaRPr lang="en-US" altLang="ja-JP" sz="1600"/>
          </a:p>
        </p:txBody>
      </p:sp>
      <p:sp>
        <p:nvSpPr>
          <p:cNvPr id="9" name="diagram_bg"/>
          <p:cNvSpPr>
            <a:spLocks noGrp="1"/>
          </p:cNvSpPr>
          <p:nvPr/>
        </p:nvSpPr>
        <p:spPr>
          <a:xfrm>
            <a:off x="9700000" y="1999999"/>
            <a:ext cx="2200000" cy="4167535"/>
          </a:xfrm>
          <a:prstGeom prst="roundRect">
            <a:avLst/>
          </a:prstGeom>
          <a:solidFill>
            <a:srgbClr val="F0F4FF">
              <a:alpha val="80000"/>
            </a:srgbClr>
          </a:solidFill>
          <a:ln w="19050">
            <a:solidFill>
              <a:srgbClr val="0D2B6E">
                <a:alpha val="25000"/>
              </a:srgbClr>
            </a:solidFill>
          </a:ln>
        </p:spPr>
        <p:txBody>
          <a:bodyPr/>
          <a:lstStyle/>
          <a:p>
            <a:endParaRPr lang="ja-JP"/>
          </a:p>
        </p:txBody>
      </p:sp>
      <p:sp>
        <p:nvSpPr>
          <p:cNvPr id="10" name="step1_box"/>
          <p:cNvSpPr>
            <a:spLocks noGrp="1"/>
          </p:cNvSpPr>
          <p:nvPr/>
        </p:nvSpPr>
        <p:spPr>
          <a:xfrm>
            <a:off x="9800000" y="2150000"/>
            <a:ext cx="2000000" cy="600000"/>
          </a:xfrm>
          <a:prstGeom prst="roundRect">
            <a:avLst/>
          </a:prstGeom>
          <a:solidFill>
            <a:srgbClr val="B00020"/>
          </a:solidFill>
          <a:ln>
            <a:noFill/>
          </a:ln>
        </p:spPr>
        <p:txBody>
          <a:bodyPr lIns="91440" tIns="45720" rIns="91440" bIns="45720" anchor="ctr"/>
          <a:lstStyle/>
          <a:p>
            <a:pPr algn="ctr"/>
            <a:r>
              <a:rPr lang="ja-JP" altLang="en-US" sz="1200" b="1">
                <a:solidFill>
                  <a:srgbClr val="FFFFFF"/>
                </a:solidFill>
                <a:latin typeface="+mn-ea"/>
              </a:rPr>
              <a:t>現場の課題</a:t>
            </a:r>
          </a:p>
        </p:txBody>
      </p:sp>
      <p:sp>
        <p:nvSpPr>
          <p:cNvPr id="11" name="arrow1"/>
          <p:cNvSpPr>
            <a:spLocks noGrp="1"/>
          </p:cNvSpPr>
          <p:nvPr/>
        </p:nvSpPr>
        <p:spPr>
          <a:xfrm>
            <a:off x="10600000" y="2820000"/>
            <a:ext cx="400000" cy="300000"/>
          </a:xfrm>
          <a:prstGeom prst="downArrow">
            <a:avLst/>
          </a:prstGeom>
          <a:solidFill>
            <a:srgbClr val="0D47A1">
              <a:alpha val="50000"/>
            </a:srgbClr>
          </a:solidFill>
          <a:ln>
            <a:noFill/>
          </a:ln>
        </p:spPr>
        <p:txBody>
          <a:bodyPr/>
          <a:lstStyle/>
          <a:p>
            <a:endParaRPr lang="ja-JP"/>
          </a:p>
        </p:txBody>
      </p:sp>
      <p:sp>
        <p:nvSpPr>
          <p:cNvPr id="12" name="step2_box"/>
          <p:cNvSpPr>
            <a:spLocks noGrp="1"/>
          </p:cNvSpPr>
          <p:nvPr/>
        </p:nvSpPr>
        <p:spPr>
          <a:xfrm>
            <a:off x="9800000" y="3180000"/>
            <a:ext cx="2000000" cy="600000"/>
          </a:xfrm>
          <a:prstGeom prst="roundRect">
            <a:avLst/>
          </a:prstGeom>
          <a:solidFill>
            <a:srgbClr val="004098"/>
          </a:solidFill>
          <a:ln>
            <a:noFill/>
          </a:ln>
        </p:spPr>
        <p:txBody>
          <a:bodyPr lIns="91440" tIns="45720" rIns="91440" bIns="45720" anchor="ctr"/>
          <a:lstStyle/>
          <a:p>
            <a:pPr algn="ctr"/>
            <a:r>
              <a:rPr lang="ja-JP" altLang="en-US" sz="1200" b="1">
                <a:solidFill>
                  <a:srgbClr val="FFFFFF"/>
                </a:solidFill>
                <a:latin typeface="+mn-ea"/>
              </a:rPr>
              <a:t>テスコン</a:t>
            </a:r>
          </a:p>
        </p:txBody>
      </p:sp>
      <p:sp>
        <p:nvSpPr>
          <p:cNvPr id="13" name="arrow2"/>
          <p:cNvSpPr>
            <a:spLocks noGrp="1"/>
          </p:cNvSpPr>
          <p:nvPr/>
        </p:nvSpPr>
        <p:spPr>
          <a:xfrm>
            <a:off x="10600000" y="3840000"/>
            <a:ext cx="400000" cy="300000"/>
          </a:xfrm>
          <a:prstGeom prst="downArrow">
            <a:avLst/>
          </a:prstGeom>
          <a:solidFill>
            <a:srgbClr val="0D47A1">
              <a:alpha val="50000"/>
            </a:srgbClr>
          </a:solidFill>
          <a:ln>
            <a:noFill/>
          </a:ln>
        </p:spPr>
        <p:txBody>
          <a:bodyPr/>
          <a:lstStyle/>
          <a:p>
            <a:endParaRPr lang="ja-JP"/>
          </a:p>
        </p:txBody>
      </p:sp>
      <p:sp>
        <p:nvSpPr>
          <p:cNvPr id="14" name="step3_box"/>
          <p:cNvSpPr>
            <a:spLocks noGrp="1"/>
          </p:cNvSpPr>
          <p:nvPr/>
        </p:nvSpPr>
        <p:spPr>
          <a:xfrm>
            <a:off x="9800000" y="4200000"/>
            <a:ext cx="2000000" cy="600000"/>
          </a:xfrm>
          <a:prstGeom prst="roundRect">
            <a:avLst/>
          </a:prstGeom>
          <a:solidFill>
            <a:srgbClr val="006B3F"/>
          </a:solidFill>
          <a:ln>
            <a:noFill/>
          </a:ln>
        </p:spPr>
        <p:txBody>
          <a:bodyPr lIns="91440" tIns="45720" rIns="91440" bIns="45720" anchor="ctr"/>
          <a:lstStyle/>
          <a:p>
            <a:pPr algn="ctr"/>
            <a:r>
              <a:rPr lang="ja-JP" altLang="en-US" sz="1200" b="1">
                <a:solidFill>
                  <a:srgbClr val="FFFFFF"/>
                </a:solidFill>
                <a:latin typeface="+mn-ea"/>
              </a:rPr>
              <a:t>テスト力向上</a:t>
            </a:r>
          </a:p>
        </p:txBody>
      </p:sp>
      <p:pic>
        <p:nvPicPr>
          <p:cNvPr id="3" name="グラフィックス 2" descr="棒グラフ (上昇) 単色塗りつぶし">
            <a:extLst>
              <a:ext uri="{FF2B5EF4-FFF2-40B4-BE49-F238E27FC236}">
                <a16:creationId xmlns:a16="http://schemas.microsoft.com/office/drawing/2014/main" id="{080A0989-65E1-D6A7-E123-84CF037D5FD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222900" y="5061387"/>
            <a:ext cx="1154199" cy="1154199"/>
          </a:xfrm>
          <a:prstGeom prst="rect">
            <a:avLst/>
          </a:prstGeom>
        </p:spPr>
      </p:pic>
    </p:spTree>
    <p:extLst>
      <p:ext uri="{BB962C8B-B14F-4D97-AF65-F5344CB8AC3E}">
        <p14:creationId xmlns:p14="http://schemas.microsoft.com/office/powerpoint/2010/main" val="89297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90B6A-B96B-5C6E-0468-B8B4F11F2392}"/>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AD5D3DD5-CFFB-2BC9-CFD1-C2A9C43FE8DF}"/>
              </a:ext>
            </a:extLst>
          </p:cNvPr>
          <p:cNvSpPr>
            <a:spLocks noGrp="1"/>
          </p:cNvSpPr>
          <p:nvPr>
            <p:ph type="title"/>
          </p:nvPr>
        </p:nvSpPr>
        <p:spPr/>
        <p:txBody>
          <a:bodyPr/>
          <a:lstStyle/>
          <a:p>
            <a:r>
              <a:rPr lang="ja-JP" altLang="en-US"/>
              <a:t>このコンテストの特徴</a:t>
            </a:r>
          </a:p>
        </p:txBody>
      </p:sp>
      <p:sp>
        <p:nvSpPr>
          <p:cNvPr id="8" name="コンテンツ プレースホルダー 4">
            <a:extLst>
              <a:ext uri="{FF2B5EF4-FFF2-40B4-BE49-F238E27FC236}">
                <a16:creationId xmlns:a16="http://schemas.microsoft.com/office/drawing/2014/main" id="{A44AD2F3-12B2-E14B-7275-8536FCC73277}"/>
              </a:ext>
            </a:extLst>
          </p:cNvPr>
          <p:cNvSpPr txBox="1">
            <a:spLocks/>
          </p:cNvSpPr>
          <p:nvPr/>
        </p:nvSpPr>
        <p:spPr>
          <a:xfrm>
            <a:off x="803274" y="1253330"/>
            <a:ext cx="10837863" cy="5010309"/>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30000"/>
              </a:lnSpc>
              <a:spcBef>
                <a:spcPts val="1000"/>
              </a:spcBef>
              <a:buFont typeface="Arial" panose="020B0604020202020204" pitchFamily="34" charset="0"/>
              <a:buChar char="•"/>
              <a:defRPr kumimoji="1" sz="2800" b="0" i="0" kern="1200">
                <a:solidFill>
                  <a:schemeClr val="tx1">
                    <a:lumMod val="75000"/>
                    <a:lumOff val="25000"/>
                  </a:schemeClr>
                </a:solidFill>
                <a:latin typeface="+mn-ea"/>
                <a:ea typeface="+mn-ea"/>
                <a:cs typeface="Arial" panose="020B0604020202020204" pitchFamily="34" charset="0"/>
              </a:defRPr>
            </a:lvl1pPr>
            <a:lvl2pPr marL="685800" indent="-228600" algn="l" defTabSz="914400" rtl="0" eaLnBrk="1" latinLnBrk="0" hangingPunct="1">
              <a:lnSpc>
                <a:spcPct val="130000"/>
              </a:lnSpc>
              <a:spcBef>
                <a:spcPts val="500"/>
              </a:spcBef>
              <a:buFont typeface="システムフォント（レギュラー）"/>
              <a:buChar char="▹"/>
              <a:defRPr kumimoji="1" sz="2400" b="0" i="0" kern="1200">
                <a:solidFill>
                  <a:schemeClr val="tx1">
                    <a:lumMod val="75000"/>
                    <a:lumOff val="25000"/>
                  </a:schemeClr>
                </a:solidFill>
                <a:latin typeface="+mn-ea"/>
                <a:ea typeface="+mn-ea"/>
                <a:cs typeface="Arial" panose="020B0604020202020204" pitchFamily="34" charset="0"/>
              </a:defRPr>
            </a:lvl2pPr>
            <a:lvl3pPr marL="1143000" indent="-228600" algn="l" defTabSz="914400" rtl="0" eaLnBrk="1" latinLnBrk="0" hangingPunct="1">
              <a:lnSpc>
                <a:spcPct val="130000"/>
              </a:lnSpc>
              <a:spcBef>
                <a:spcPts val="500"/>
              </a:spcBef>
              <a:buFont typeface="システムフォント（レギュラー）"/>
              <a:buChar char="‣"/>
              <a:defRPr kumimoji="1" sz="2000" b="0" i="0" kern="1200">
                <a:solidFill>
                  <a:schemeClr val="tx1">
                    <a:lumMod val="75000"/>
                    <a:lumOff val="25000"/>
                  </a:schemeClr>
                </a:solidFill>
                <a:latin typeface="+mn-ea"/>
                <a:ea typeface="+mn-ea"/>
                <a:cs typeface="Arial" panose="020B0604020202020204" pitchFamily="34" charset="0"/>
              </a:defRPr>
            </a:lvl3pPr>
            <a:lvl4pPr marL="1600200" indent="-228600" algn="l" defTabSz="914400" rtl="0" eaLnBrk="1" latinLnBrk="0" hangingPunct="1">
              <a:lnSpc>
                <a:spcPct val="130000"/>
              </a:lnSpc>
              <a:spcBef>
                <a:spcPts val="500"/>
              </a:spcBef>
              <a:buFont typeface="Arial" panose="020B0604020202020204" pitchFamily="34" charset="0"/>
              <a:buChar char="•"/>
              <a:defRPr kumimoji="1" sz="1800" b="0" i="0" kern="1200">
                <a:solidFill>
                  <a:schemeClr val="tx1">
                    <a:lumMod val="75000"/>
                    <a:lumOff val="25000"/>
                  </a:schemeClr>
                </a:solidFill>
                <a:latin typeface="+mn-ea"/>
                <a:ea typeface="+mn-ea"/>
                <a:cs typeface="Arial" panose="020B0604020202020204" pitchFamily="34" charset="0"/>
              </a:defRPr>
            </a:lvl4pPr>
            <a:lvl5pPr marL="2057400" indent="-228600" algn="l" defTabSz="914400" rtl="0" eaLnBrk="1" latinLnBrk="0" hangingPunct="1">
              <a:lnSpc>
                <a:spcPct val="130000"/>
              </a:lnSpc>
              <a:spcBef>
                <a:spcPts val="500"/>
              </a:spcBef>
              <a:buFont typeface="Arial" panose="020B0604020202020204" pitchFamily="34" charset="0"/>
              <a:buChar char="•"/>
              <a:defRPr kumimoji="1" sz="1800" b="0" i="0" kern="1200">
                <a:solidFill>
                  <a:schemeClr val="tx1">
                    <a:lumMod val="75000"/>
                    <a:lumOff val="25000"/>
                  </a:schemeClr>
                </a:solidFill>
                <a:latin typeface="+mn-ea"/>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コーディング力ではなく「テスト設計力」を競う</a:t>
            </a:r>
            <a:endParaRPr lang="en-US" altLang="ja-JP"/>
          </a:p>
          <a:p>
            <a:pPr marL="0" indent="0">
              <a:buNone/>
            </a:pPr>
            <a:r>
              <a:rPr lang="ja-JP" altLang="en-US" sz="1600"/>
              <a:t>　単なるテスト実行ではなく、</a:t>
            </a:r>
            <a:endParaRPr lang="en-US" altLang="ja-JP" sz="1600"/>
          </a:p>
          <a:p>
            <a:pPr lvl="3"/>
            <a:r>
              <a:rPr lang="ja-JP" altLang="en-US"/>
              <a:t>何をリスクとして捉えるか</a:t>
            </a:r>
            <a:endParaRPr lang="en-US" altLang="ja-JP"/>
          </a:p>
          <a:p>
            <a:pPr lvl="3"/>
            <a:r>
              <a:rPr lang="ja-JP" altLang="en-US"/>
              <a:t>どんな観点で分析するか</a:t>
            </a:r>
            <a:endParaRPr lang="en-US" altLang="ja-JP"/>
          </a:p>
          <a:p>
            <a:pPr lvl="3"/>
            <a:r>
              <a:rPr lang="ja-JP" altLang="en-US"/>
              <a:t>限られた工数でどう品質を高めるか</a:t>
            </a:r>
            <a:endParaRPr lang="en-US" altLang="ja-JP"/>
          </a:p>
          <a:p>
            <a:pPr marL="0" indent="0">
              <a:buNone/>
            </a:pPr>
            <a:r>
              <a:rPr lang="ja-JP" altLang="en-US" sz="1600"/>
              <a:t>　を論理的に設計する力が求められます。</a:t>
            </a:r>
            <a:endParaRPr lang="en-US" altLang="ja-JP" sz="1600"/>
          </a:p>
          <a:p>
            <a:pPr marL="0" indent="0">
              <a:buNone/>
            </a:pPr>
            <a:r>
              <a:rPr lang="ja-JP" altLang="en-US" sz="1600"/>
              <a:t>　そのため、</a:t>
            </a:r>
            <a:endParaRPr lang="en-US" altLang="ja-JP" sz="1600"/>
          </a:p>
          <a:p>
            <a:pPr lvl="3"/>
            <a:r>
              <a:rPr lang="ja-JP" altLang="en-US"/>
              <a:t>開発者</a:t>
            </a:r>
            <a:endParaRPr lang="en-US" altLang="ja-JP"/>
          </a:p>
          <a:p>
            <a:pPr lvl="3"/>
            <a:r>
              <a:rPr lang="en-US" altLang="ja-JP"/>
              <a:t>QA</a:t>
            </a:r>
            <a:r>
              <a:rPr lang="ja-JP" altLang="en-US"/>
              <a:t>エンジニア</a:t>
            </a:r>
            <a:endParaRPr lang="en-US" altLang="ja-JP"/>
          </a:p>
          <a:p>
            <a:pPr lvl="3"/>
            <a:r>
              <a:rPr lang="ja-JP" altLang="en-US"/>
              <a:t>テスト担当</a:t>
            </a:r>
            <a:endParaRPr lang="en-US" altLang="ja-JP"/>
          </a:p>
          <a:p>
            <a:pPr lvl="3"/>
            <a:r>
              <a:rPr lang="en-US" altLang="ja-JP"/>
              <a:t>PM/PL</a:t>
            </a:r>
          </a:p>
          <a:p>
            <a:pPr lvl="3"/>
            <a:r>
              <a:rPr lang="ja-JP" altLang="en-US"/>
              <a:t>若手エンジニア</a:t>
            </a:r>
            <a:endParaRPr lang="en-US" altLang="ja-JP"/>
          </a:p>
          <a:p>
            <a:pPr marL="0" indent="0">
              <a:buNone/>
            </a:pPr>
            <a:r>
              <a:rPr lang="ja-JP" altLang="en-US" sz="1600"/>
              <a:t>　など、さまざまな職種の視点が活かせます。</a:t>
            </a:r>
            <a:endParaRPr lang="en-US" altLang="ja-JP" sz="1600"/>
          </a:p>
          <a:p>
            <a:pPr marL="0" indent="0">
              <a:buNone/>
            </a:pPr>
            <a:endParaRPr lang="en-US" altLang="ja-JP" sz="1600"/>
          </a:p>
        </p:txBody>
      </p:sp>
      <p:pic>
        <p:nvPicPr>
          <p:cNvPr id="2" name="Content Placeholder 7" descr="成功グラフ">
            <a:extLst>
              <a:ext uri="{FF2B5EF4-FFF2-40B4-BE49-F238E27FC236}">
                <a16:creationId xmlns:a16="http://schemas.microsoft.com/office/drawing/2014/main" id="{2A4DA304-AA83-66F8-7321-23F825C5C3C1}"/>
              </a:ext>
            </a:extLst>
          </p:cNvPr>
          <p:cNvPicPr>
            <a:picLocks noChangeAspect="1"/>
          </p:cNvPicPr>
          <p:nvPr/>
        </p:nvPicPr>
        <p:blipFill>
          <a:blip r:embed="rId2"/>
          <a:stretch/>
        </p:blipFill>
        <p:spPr>
          <a:xfrm>
            <a:off x="6997959" y="2156284"/>
            <a:ext cx="4800600" cy="3204400"/>
          </a:xfrm>
          <a:prstGeom prst="rect">
            <a:avLst/>
          </a:prstGeom>
        </p:spPr>
      </p:pic>
    </p:spTree>
    <p:extLst>
      <p:ext uri="{BB962C8B-B14F-4D97-AF65-F5344CB8AC3E}">
        <p14:creationId xmlns:p14="http://schemas.microsoft.com/office/powerpoint/2010/main" val="2890284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B7737-91F6-4184-7BB3-D4CCC359EA89}"/>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959B4F3D-2C04-E087-42AC-C43E55043B93}"/>
              </a:ext>
            </a:extLst>
          </p:cNvPr>
          <p:cNvSpPr>
            <a:spLocks noGrp="1"/>
          </p:cNvSpPr>
          <p:nvPr>
            <p:ph type="title"/>
          </p:nvPr>
        </p:nvSpPr>
        <p:spPr/>
        <p:txBody>
          <a:bodyPr/>
          <a:lstStyle/>
          <a:p>
            <a:r>
              <a:rPr lang="ja-JP" altLang="en-US"/>
              <a:t>テスコンでやること</a:t>
            </a:r>
          </a:p>
        </p:txBody>
      </p:sp>
      <p:graphicFrame>
        <p:nvGraphicFramePr>
          <p:cNvPr id="3" name="図表 2">
            <a:extLst>
              <a:ext uri="{FF2B5EF4-FFF2-40B4-BE49-F238E27FC236}">
                <a16:creationId xmlns:a16="http://schemas.microsoft.com/office/drawing/2014/main" id="{FD66605E-AD9F-A409-BCF5-0F5C1DD1CB76}"/>
              </a:ext>
            </a:extLst>
          </p:cNvPr>
          <p:cNvGraphicFramePr/>
          <p:nvPr>
            <p:extLst>
              <p:ext uri="{D42A27DB-BD31-4B8C-83A1-F6EECF244321}">
                <p14:modId xmlns:p14="http://schemas.microsoft.com/office/powerpoint/2010/main" val="3928568702"/>
              </p:ext>
            </p:extLst>
          </p:nvPr>
        </p:nvGraphicFramePr>
        <p:xfrm>
          <a:off x="803275" y="1228571"/>
          <a:ext cx="10595038" cy="51450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テキスト ボックス 4">
            <a:extLst>
              <a:ext uri="{FF2B5EF4-FFF2-40B4-BE49-F238E27FC236}">
                <a16:creationId xmlns:a16="http://schemas.microsoft.com/office/drawing/2014/main" id="{9742EE00-F4DF-A0EC-007E-F6AA28687126}"/>
              </a:ext>
            </a:extLst>
          </p:cNvPr>
          <p:cNvSpPr txBox="1"/>
          <p:nvPr/>
        </p:nvSpPr>
        <p:spPr>
          <a:xfrm>
            <a:off x="803275" y="977775"/>
            <a:ext cx="1964602" cy="369332"/>
          </a:xfrm>
          <a:prstGeom prst="rect">
            <a:avLst/>
          </a:prstGeom>
          <a:noFill/>
        </p:spPr>
        <p:txBody>
          <a:bodyPr wrap="square" rtlCol="0">
            <a:spAutoFit/>
          </a:bodyPr>
          <a:lstStyle/>
          <a:p>
            <a:r>
              <a:rPr kumimoji="1" lang="ja-JP" altLang="en-US" b="1"/>
              <a:t>テスコンの流れ</a:t>
            </a:r>
          </a:p>
        </p:txBody>
      </p:sp>
    </p:spTree>
    <p:extLst>
      <p:ext uri="{BB962C8B-B14F-4D97-AF65-F5344CB8AC3E}">
        <p14:creationId xmlns:p14="http://schemas.microsoft.com/office/powerpoint/2010/main" val="2787038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E8CE2-5D0A-A6A3-F4D0-508953C6AA2C}"/>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237D8606-4632-2163-6FB8-6E8C044BB483}"/>
              </a:ext>
            </a:extLst>
          </p:cNvPr>
          <p:cNvSpPr>
            <a:spLocks noGrp="1"/>
          </p:cNvSpPr>
          <p:nvPr>
            <p:ph type="title"/>
          </p:nvPr>
        </p:nvSpPr>
        <p:spPr/>
        <p:txBody>
          <a:bodyPr/>
          <a:lstStyle/>
          <a:p>
            <a:r>
              <a:rPr lang="ja-JP" altLang="en-US"/>
              <a:t>テスコンでやること</a:t>
            </a:r>
          </a:p>
        </p:txBody>
      </p:sp>
      <p:sp>
        <p:nvSpPr>
          <p:cNvPr id="5" name="テキスト ボックス 4">
            <a:extLst>
              <a:ext uri="{FF2B5EF4-FFF2-40B4-BE49-F238E27FC236}">
                <a16:creationId xmlns:a16="http://schemas.microsoft.com/office/drawing/2014/main" id="{A0454ACC-6353-924D-22F9-26B5B6FE9366}"/>
              </a:ext>
            </a:extLst>
          </p:cNvPr>
          <p:cNvSpPr txBox="1"/>
          <p:nvPr/>
        </p:nvSpPr>
        <p:spPr>
          <a:xfrm>
            <a:off x="803275" y="977775"/>
            <a:ext cx="1964602" cy="646331"/>
          </a:xfrm>
          <a:prstGeom prst="rect">
            <a:avLst/>
          </a:prstGeom>
          <a:noFill/>
        </p:spPr>
        <p:txBody>
          <a:bodyPr wrap="square" rtlCol="0">
            <a:spAutoFit/>
          </a:bodyPr>
          <a:lstStyle/>
          <a:p>
            <a:r>
              <a:rPr lang="ja-JP" altLang="en-US" b="1"/>
              <a:t>作成する成果物</a:t>
            </a:r>
            <a:endParaRPr lang="en-US" altLang="ja-JP" b="1"/>
          </a:p>
          <a:p>
            <a:r>
              <a:rPr kumimoji="1" lang="en-US" altLang="ja-JP" b="1"/>
              <a:t>(</a:t>
            </a:r>
            <a:r>
              <a:rPr kumimoji="1" lang="ja-JP" altLang="en-US" b="1"/>
              <a:t>予選</a:t>
            </a:r>
            <a:r>
              <a:rPr kumimoji="1" lang="en-US" altLang="ja-JP" b="1"/>
              <a:t>)</a:t>
            </a:r>
            <a:endParaRPr kumimoji="1" lang="ja-JP" altLang="en-US" b="1"/>
          </a:p>
        </p:txBody>
      </p:sp>
      <p:graphicFrame>
        <p:nvGraphicFramePr>
          <p:cNvPr id="7" name="図表 6">
            <a:extLst>
              <a:ext uri="{FF2B5EF4-FFF2-40B4-BE49-F238E27FC236}">
                <a16:creationId xmlns:a16="http://schemas.microsoft.com/office/drawing/2014/main" id="{61F59DC1-078F-B959-3443-AB6992B014C7}"/>
              </a:ext>
            </a:extLst>
          </p:cNvPr>
          <p:cNvGraphicFramePr/>
          <p:nvPr>
            <p:extLst>
              <p:ext uri="{D42A27DB-BD31-4B8C-83A1-F6EECF244321}">
                <p14:modId xmlns:p14="http://schemas.microsoft.com/office/powerpoint/2010/main" val="3071408620"/>
              </p:ext>
            </p:extLst>
          </p:nvPr>
        </p:nvGraphicFramePr>
        <p:xfrm>
          <a:off x="2767877" y="977775"/>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22676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A2FF0-DD77-F872-44AB-F849090D2176}"/>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300F90B4-3236-ED7C-6D3E-75BBE631F614}"/>
              </a:ext>
            </a:extLst>
          </p:cNvPr>
          <p:cNvSpPr>
            <a:spLocks noGrp="1"/>
          </p:cNvSpPr>
          <p:nvPr>
            <p:ph type="title"/>
          </p:nvPr>
        </p:nvSpPr>
        <p:spPr/>
        <p:txBody>
          <a:bodyPr/>
          <a:lstStyle/>
          <a:p>
            <a:r>
              <a:rPr lang="ja-JP" altLang="en-US"/>
              <a:t>テスコンでやること</a:t>
            </a:r>
          </a:p>
        </p:txBody>
      </p:sp>
      <p:sp>
        <p:nvSpPr>
          <p:cNvPr id="5" name="テキスト ボックス 4">
            <a:extLst>
              <a:ext uri="{FF2B5EF4-FFF2-40B4-BE49-F238E27FC236}">
                <a16:creationId xmlns:a16="http://schemas.microsoft.com/office/drawing/2014/main" id="{939DFAE7-5C93-2A84-A8B4-63B628A2FC7F}"/>
              </a:ext>
            </a:extLst>
          </p:cNvPr>
          <p:cNvSpPr txBox="1"/>
          <p:nvPr/>
        </p:nvSpPr>
        <p:spPr>
          <a:xfrm>
            <a:off x="803275" y="977775"/>
            <a:ext cx="1964602" cy="646331"/>
          </a:xfrm>
          <a:prstGeom prst="rect">
            <a:avLst/>
          </a:prstGeom>
          <a:noFill/>
        </p:spPr>
        <p:txBody>
          <a:bodyPr wrap="square" rtlCol="0">
            <a:spAutoFit/>
          </a:bodyPr>
          <a:lstStyle/>
          <a:p>
            <a:r>
              <a:rPr lang="ja-JP" altLang="en-US" b="1"/>
              <a:t>作成する成果物</a:t>
            </a:r>
            <a:endParaRPr lang="en-US" altLang="ja-JP" b="1"/>
          </a:p>
          <a:p>
            <a:r>
              <a:rPr kumimoji="1" lang="en-US" altLang="ja-JP" b="1"/>
              <a:t>(</a:t>
            </a:r>
            <a:r>
              <a:rPr lang="ja-JP" altLang="en-US" b="1"/>
              <a:t>決勝戦</a:t>
            </a:r>
            <a:r>
              <a:rPr kumimoji="1" lang="en-US" altLang="ja-JP" b="1"/>
              <a:t>)</a:t>
            </a:r>
            <a:endParaRPr kumimoji="1" lang="ja-JP" altLang="en-US" b="1"/>
          </a:p>
        </p:txBody>
      </p:sp>
      <p:graphicFrame>
        <p:nvGraphicFramePr>
          <p:cNvPr id="7" name="図表 6">
            <a:extLst>
              <a:ext uri="{FF2B5EF4-FFF2-40B4-BE49-F238E27FC236}">
                <a16:creationId xmlns:a16="http://schemas.microsoft.com/office/drawing/2014/main" id="{499E4157-0BAB-BEF3-A4A1-E3609F366B4A}"/>
              </a:ext>
            </a:extLst>
          </p:cNvPr>
          <p:cNvGraphicFramePr/>
          <p:nvPr>
            <p:extLst>
              <p:ext uri="{D42A27DB-BD31-4B8C-83A1-F6EECF244321}">
                <p14:modId xmlns:p14="http://schemas.microsoft.com/office/powerpoint/2010/main" val="3715540483"/>
              </p:ext>
            </p:extLst>
          </p:nvPr>
        </p:nvGraphicFramePr>
        <p:xfrm>
          <a:off x="2767877" y="977775"/>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06939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73320-7F52-53D9-61AC-C5802F389971}"/>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1672B5ED-0812-7B79-1E9F-0E62C1167AFE}"/>
              </a:ext>
            </a:extLst>
          </p:cNvPr>
          <p:cNvSpPr>
            <a:spLocks noGrp="1"/>
          </p:cNvSpPr>
          <p:nvPr>
            <p:ph type="title"/>
          </p:nvPr>
        </p:nvSpPr>
        <p:spPr/>
        <p:txBody>
          <a:bodyPr/>
          <a:lstStyle/>
          <a:p>
            <a:r>
              <a:rPr lang="ja-JP" altLang="en-US"/>
              <a:t>テスコンで評価されるポイント</a:t>
            </a:r>
          </a:p>
        </p:txBody>
      </p:sp>
      <p:sp>
        <p:nvSpPr>
          <p:cNvPr id="8" name="コンテンツ プレースホルダー 4">
            <a:extLst>
              <a:ext uri="{FF2B5EF4-FFF2-40B4-BE49-F238E27FC236}">
                <a16:creationId xmlns:a16="http://schemas.microsoft.com/office/drawing/2014/main" id="{C3640292-0744-A134-A56F-FE32E88EC431}"/>
              </a:ext>
            </a:extLst>
          </p:cNvPr>
          <p:cNvSpPr txBox="1">
            <a:spLocks/>
          </p:cNvSpPr>
          <p:nvPr/>
        </p:nvSpPr>
        <p:spPr>
          <a:xfrm>
            <a:off x="803274" y="1253330"/>
            <a:ext cx="10837863" cy="5010309"/>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30000"/>
              </a:lnSpc>
              <a:spcBef>
                <a:spcPts val="1000"/>
              </a:spcBef>
              <a:buFont typeface="Arial" panose="020B0604020202020204" pitchFamily="34" charset="0"/>
              <a:buChar char="•"/>
              <a:defRPr kumimoji="1" sz="2800" b="0" i="0" kern="1200">
                <a:solidFill>
                  <a:schemeClr val="tx1">
                    <a:lumMod val="75000"/>
                    <a:lumOff val="25000"/>
                  </a:schemeClr>
                </a:solidFill>
                <a:latin typeface="+mn-ea"/>
                <a:ea typeface="+mn-ea"/>
                <a:cs typeface="Arial" panose="020B0604020202020204" pitchFamily="34" charset="0"/>
              </a:defRPr>
            </a:lvl1pPr>
            <a:lvl2pPr marL="685800" indent="-228600" algn="l" defTabSz="914400" rtl="0" eaLnBrk="1" latinLnBrk="0" hangingPunct="1">
              <a:lnSpc>
                <a:spcPct val="130000"/>
              </a:lnSpc>
              <a:spcBef>
                <a:spcPts val="500"/>
              </a:spcBef>
              <a:buFont typeface="システムフォント（レギュラー）"/>
              <a:buChar char="▹"/>
              <a:defRPr kumimoji="1" sz="2400" b="0" i="0" kern="1200">
                <a:solidFill>
                  <a:schemeClr val="tx1">
                    <a:lumMod val="75000"/>
                    <a:lumOff val="25000"/>
                  </a:schemeClr>
                </a:solidFill>
                <a:latin typeface="+mn-ea"/>
                <a:ea typeface="+mn-ea"/>
                <a:cs typeface="Arial" panose="020B0604020202020204" pitchFamily="34" charset="0"/>
              </a:defRPr>
            </a:lvl2pPr>
            <a:lvl3pPr marL="1143000" indent="-228600" algn="l" defTabSz="914400" rtl="0" eaLnBrk="1" latinLnBrk="0" hangingPunct="1">
              <a:lnSpc>
                <a:spcPct val="130000"/>
              </a:lnSpc>
              <a:spcBef>
                <a:spcPts val="500"/>
              </a:spcBef>
              <a:buFont typeface="システムフォント（レギュラー）"/>
              <a:buChar char="‣"/>
              <a:defRPr kumimoji="1" sz="2000" b="0" i="0" kern="1200">
                <a:solidFill>
                  <a:schemeClr val="tx1">
                    <a:lumMod val="75000"/>
                    <a:lumOff val="25000"/>
                  </a:schemeClr>
                </a:solidFill>
                <a:latin typeface="+mn-ea"/>
                <a:ea typeface="+mn-ea"/>
                <a:cs typeface="Arial" panose="020B0604020202020204" pitchFamily="34" charset="0"/>
              </a:defRPr>
            </a:lvl3pPr>
            <a:lvl4pPr marL="1600200" indent="-228600" algn="l" defTabSz="914400" rtl="0" eaLnBrk="1" latinLnBrk="0" hangingPunct="1">
              <a:lnSpc>
                <a:spcPct val="130000"/>
              </a:lnSpc>
              <a:spcBef>
                <a:spcPts val="500"/>
              </a:spcBef>
              <a:buFont typeface="Arial" panose="020B0604020202020204" pitchFamily="34" charset="0"/>
              <a:buChar char="•"/>
              <a:defRPr kumimoji="1" sz="1800" b="0" i="0" kern="1200">
                <a:solidFill>
                  <a:schemeClr val="tx1">
                    <a:lumMod val="75000"/>
                    <a:lumOff val="25000"/>
                  </a:schemeClr>
                </a:solidFill>
                <a:latin typeface="+mn-ea"/>
                <a:ea typeface="+mn-ea"/>
                <a:cs typeface="Arial" panose="020B0604020202020204" pitchFamily="34" charset="0"/>
              </a:defRPr>
            </a:lvl4pPr>
            <a:lvl5pPr marL="2057400" indent="-228600" algn="l" defTabSz="914400" rtl="0" eaLnBrk="1" latinLnBrk="0" hangingPunct="1">
              <a:lnSpc>
                <a:spcPct val="130000"/>
              </a:lnSpc>
              <a:spcBef>
                <a:spcPts val="500"/>
              </a:spcBef>
              <a:buFont typeface="Arial" panose="020B0604020202020204" pitchFamily="34" charset="0"/>
              <a:buChar char="•"/>
              <a:defRPr kumimoji="1" sz="1800" b="0" i="0" kern="1200">
                <a:solidFill>
                  <a:schemeClr val="tx1">
                    <a:lumMod val="75000"/>
                    <a:lumOff val="25000"/>
                  </a:schemeClr>
                </a:solidFill>
                <a:latin typeface="+mn-ea"/>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400" b="1"/>
              <a:t>「件数」より「設計品質」</a:t>
            </a:r>
            <a:endParaRPr lang="en-US" altLang="ja-JP" sz="1900"/>
          </a:p>
          <a:p>
            <a:pPr lvl="3"/>
            <a:r>
              <a:rPr lang="ja-JP" altLang="en-US" sz="1900"/>
              <a:t>なぜその観点を選んだか</a:t>
            </a:r>
            <a:endParaRPr lang="en-US" altLang="ja-JP" sz="1900"/>
          </a:p>
          <a:p>
            <a:pPr lvl="3"/>
            <a:r>
              <a:rPr lang="ja-JP" altLang="en-US" sz="1900"/>
              <a:t>リスク分析ができているか</a:t>
            </a:r>
            <a:endParaRPr lang="en-US" altLang="ja-JP" sz="1900"/>
          </a:p>
          <a:p>
            <a:pPr lvl="3"/>
            <a:r>
              <a:rPr lang="ja-JP" altLang="en-US" sz="1900"/>
              <a:t>モデル化できているか</a:t>
            </a:r>
            <a:endParaRPr lang="en-US" altLang="ja-JP" sz="1900"/>
          </a:p>
          <a:p>
            <a:pPr lvl="3"/>
            <a:r>
              <a:rPr lang="ja-JP" altLang="en-US" sz="1900"/>
              <a:t>抜け漏れをどう防いだか</a:t>
            </a:r>
            <a:endParaRPr lang="en-US" altLang="ja-JP" sz="1900"/>
          </a:p>
          <a:p>
            <a:pPr lvl="3"/>
            <a:r>
              <a:rPr lang="ja-JP" altLang="en-US" sz="1900"/>
              <a:t>再利用可能か</a:t>
            </a:r>
            <a:endParaRPr lang="en-US" altLang="ja-JP" sz="1900"/>
          </a:p>
          <a:p>
            <a:pPr lvl="3"/>
            <a:r>
              <a:rPr lang="ja-JP" altLang="en-US" sz="1900"/>
              <a:t>説明可能か</a:t>
            </a:r>
            <a:endParaRPr lang="en-US" altLang="ja-JP" sz="1900"/>
          </a:p>
          <a:p>
            <a:r>
              <a:rPr lang="ja-JP" altLang="en-US" sz="2400" b="1"/>
              <a:t>実務とかなり近い</a:t>
            </a:r>
            <a:endParaRPr lang="en-US" altLang="ja-JP" sz="2400" b="1"/>
          </a:p>
          <a:p>
            <a:pPr lvl="3"/>
            <a:r>
              <a:rPr lang="ja-JP" altLang="en-US" sz="1900"/>
              <a:t>上流理解</a:t>
            </a:r>
            <a:endParaRPr lang="en-US" altLang="ja-JP" sz="1900"/>
          </a:p>
          <a:p>
            <a:pPr lvl="3"/>
            <a:r>
              <a:rPr lang="ja-JP" altLang="en-US" sz="1900"/>
              <a:t>要求把握</a:t>
            </a:r>
            <a:endParaRPr lang="en-US" altLang="ja-JP" sz="1900"/>
          </a:p>
          <a:p>
            <a:pPr lvl="3"/>
            <a:r>
              <a:rPr lang="ja-JP" altLang="en-US" sz="1900"/>
              <a:t>論理的整理</a:t>
            </a:r>
            <a:endParaRPr lang="en-US" altLang="ja-JP" sz="1900"/>
          </a:p>
          <a:p>
            <a:pPr lvl="3"/>
            <a:r>
              <a:rPr lang="ja-JP" altLang="en-US" sz="1900"/>
              <a:t>チーム設計</a:t>
            </a:r>
            <a:endParaRPr lang="en-US" altLang="ja-JP" sz="1900"/>
          </a:p>
          <a:p>
            <a:pPr marL="0" indent="0">
              <a:buNone/>
            </a:pPr>
            <a:endParaRPr lang="en-US" altLang="ja-JP" sz="1600"/>
          </a:p>
        </p:txBody>
      </p:sp>
      <p:sp>
        <p:nvSpPr>
          <p:cNvPr id="9" name="panel_9"/>
          <p:cNvSpPr>
            <a:spLocks noGrp="1"/>
          </p:cNvSpPr>
          <p:nvPr/>
        </p:nvSpPr>
        <p:spPr>
          <a:xfrm>
            <a:off x="6391469" y="2200000"/>
            <a:ext cx="5508531" cy="3900000"/>
          </a:xfrm>
          <a:prstGeom prst="roundRect">
            <a:avLst/>
          </a:prstGeom>
          <a:solidFill>
            <a:srgbClr val="001E5C">
              <a:alpha val="12000"/>
            </a:srgbClr>
          </a:solidFill>
        </p:spPr>
        <p:txBody>
          <a:bodyPr/>
          <a:lstStyle/>
          <a:p>
            <a:endParaRPr lang="ja-JP"/>
          </a:p>
        </p:txBody>
      </p:sp>
      <p:sp>
        <p:nvSpPr>
          <p:cNvPr id="10" name="item_bg_10"/>
          <p:cNvSpPr>
            <a:spLocks noGrp="1"/>
          </p:cNvSpPr>
          <p:nvPr/>
        </p:nvSpPr>
        <p:spPr>
          <a:xfrm>
            <a:off x="6834477" y="2569548"/>
            <a:ext cx="2261763" cy="982605"/>
          </a:xfrm>
          <a:prstGeom prst="roundRect">
            <a:avLst/>
          </a:prstGeom>
          <a:solidFill>
            <a:srgbClr val="0D47A1">
              <a:alpha val="90000"/>
            </a:srgbClr>
          </a:solidFill>
        </p:spPr>
        <p:txBody>
          <a:bodyPr/>
          <a:lstStyle/>
          <a:p>
            <a:endParaRPr lang="ja-JP"/>
          </a:p>
        </p:txBody>
      </p:sp>
      <p:sp>
        <p:nvSpPr>
          <p:cNvPr id="11" name="item_lbl_11"/>
          <p:cNvSpPr txBox="1">
            <a:spLocks noGrp="1"/>
          </p:cNvSpPr>
          <p:nvPr/>
        </p:nvSpPr>
        <p:spPr>
          <a:xfrm>
            <a:off x="6923170" y="2860795"/>
            <a:ext cx="2084376" cy="400110"/>
          </a:xfrm>
          <a:prstGeom prst="rect">
            <a:avLst/>
          </a:prstGeom>
          <a:noFill/>
        </p:spPr>
        <p:txBody>
          <a:bodyPr wrap="square" lIns="45720" tIns="45720" rIns="45720" bIns="45720" rtlCol="0" anchor="ctr">
            <a:spAutoFit/>
          </a:bodyPr>
          <a:lstStyle/>
          <a:p>
            <a:pPr algn="ctr"/>
            <a:r>
              <a:rPr lang="ja-JP" altLang="en-US" sz="2000" b="1">
                <a:solidFill>
                  <a:srgbClr val="FFFFFF"/>
                </a:solidFill>
                <a:latin typeface="+mn-ea"/>
              </a:rPr>
              <a:t>観点</a:t>
            </a:r>
          </a:p>
        </p:txBody>
      </p:sp>
      <p:sp>
        <p:nvSpPr>
          <p:cNvPr id="12" name="item_sub_12"/>
          <p:cNvSpPr txBox="1">
            <a:spLocks noGrp="1"/>
          </p:cNvSpPr>
          <p:nvPr/>
        </p:nvSpPr>
        <p:spPr>
          <a:xfrm>
            <a:off x="7333861" y="3689921"/>
            <a:ext cx="2084376" cy="230832"/>
          </a:xfrm>
          <a:prstGeom prst="rect">
            <a:avLst/>
          </a:prstGeom>
          <a:noFill/>
        </p:spPr>
        <p:txBody>
          <a:bodyPr wrap="square" lIns="45720" tIns="45720" rIns="45720" bIns="45720" rtlCol="0" anchor="ctr">
            <a:spAutoFit/>
          </a:bodyPr>
          <a:lstStyle/>
          <a:p>
            <a:pPr algn="ctr"/>
            <a:r>
              <a:rPr lang="ja-JP" altLang="en-US" sz="900">
                <a:solidFill>
                  <a:srgbClr val="DDDDDD"/>
                </a:solidFill>
                <a:latin typeface="+mn-ea"/>
              </a:rPr>
              <a:t>理由あり</a:t>
            </a:r>
          </a:p>
        </p:txBody>
      </p:sp>
      <p:sp>
        <p:nvSpPr>
          <p:cNvPr id="13" name="item_bg_13"/>
          <p:cNvSpPr>
            <a:spLocks noGrp="1"/>
          </p:cNvSpPr>
          <p:nvPr/>
        </p:nvSpPr>
        <p:spPr>
          <a:xfrm>
            <a:off x="6870333" y="3675350"/>
            <a:ext cx="2225907" cy="949816"/>
          </a:xfrm>
          <a:prstGeom prst="roundRect">
            <a:avLst/>
          </a:prstGeom>
          <a:solidFill>
            <a:srgbClr val="0A6B5F">
              <a:alpha val="90000"/>
            </a:srgbClr>
          </a:solidFill>
        </p:spPr>
        <p:txBody>
          <a:bodyPr/>
          <a:lstStyle/>
          <a:p>
            <a:endParaRPr lang="ja-JP"/>
          </a:p>
        </p:txBody>
      </p:sp>
      <p:sp>
        <p:nvSpPr>
          <p:cNvPr id="15" name="item_sub_15"/>
          <p:cNvSpPr txBox="1">
            <a:spLocks noGrp="1"/>
          </p:cNvSpPr>
          <p:nvPr/>
        </p:nvSpPr>
        <p:spPr>
          <a:xfrm>
            <a:off x="8783861" y="3689921"/>
            <a:ext cx="2084376" cy="230832"/>
          </a:xfrm>
          <a:prstGeom prst="rect">
            <a:avLst/>
          </a:prstGeom>
          <a:noFill/>
        </p:spPr>
        <p:txBody>
          <a:bodyPr wrap="square" lIns="45720" tIns="45720" rIns="45720" bIns="45720" rtlCol="0" anchor="ctr">
            <a:spAutoFit/>
          </a:bodyPr>
          <a:lstStyle/>
          <a:p>
            <a:pPr algn="ctr"/>
            <a:r>
              <a:rPr lang="ja-JP" altLang="en-US" sz="900">
                <a:solidFill>
                  <a:srgbClr val="DDDDDD"/>
                </a:solidFill>
                <a:latin typeface="+mn-ea"/>
              </a:rPr>
              <a:t>分析済</a:t>
            </a:r>
          </a:p>
        </p:txBody>
      </p:sp>
      <p:sp>
        <p:nvSpPr>
          <p:cNvPr id="16" name="item_bg_16"/>
          <p:cNvSpPr>
            <a:spLocks noGrp="1"/>
          </p:cNvSpPr>
          <p:nvPr/>
        </p:nvSpPr>
        <p:spPr>
          <a:xfrm>
            <a:off x="9342614" y="3660000"/>
            <a:ext cx="2261763" cy="979999"/>
          </a:xfrm>
          <a:prstGeom prst="roundRect">
            <a:avLst/>
          </a:prstGeom>
          <a:solidFill>
            <a:srgbClr val="5A1A8A">
              <a:alpha val="90000"/>
            </a:srgbClr>
          </a:solidFill>
        </p:spPr>
        <p:txBody>
          <a:bodyPr/>
          <a:lstStyle/>
          <a:p>
            <a:endParaRPr lang="ja-JP"/>
          </a:p>
        </p:txBody>
      </p:sp>
      <p:sp>
        <p:nvSpPr>
          <p:cNvPr id="17" name="item_lbl_17"/>
          <p:cNvSpPr txBox="1">
            <a:spLocks noGrp="1"/>
          </p:cNvSpPr>
          <p:nvPr/>
        </p:nvSpPr>
        <p:spPr>
          <a:xfrm>
            <a:off x="6947917" y="3955560"/>
            <a:ext cx="2084376" cy="400110"/>
          </a:xfrm>
          <a:prstGeom prst="rect">
            <a:avLst/>
          </a:prstGeom>
          <a:noFill/>
        </p:spPr>
        <p:txBody>
          <a:bodyPr wrap="square" lIns="45720" tIns="45720" rIns="45720" bIns="45720" rtlCol="0" anchor="ctr">
            <a:spAutoFit/>
          </a:bodyPr>
          <a:lstStyle/>
          <a:p>
            <a:pPr algn="ctr"/>
            <a:r>
              <a:rPr lang="ja-JP" altLang="en-US" sz="2000" b="1">
                <a:solidFill>
                  <a:srgbClr val="FFFFFF"/>
                </a:solidFill>
                <a:latin typeface="+mn-ea"/>
              </a:rPr>
              <a:t>モデル</a:t>
            </a:r>
          </a:p>
        </p:txBody>
      </p:sp>
      <p:sp>
        <p:nvSpPr>
          <p:cNvPr id="19" name="item_bg_19"/>
          <p:cNvSpPr>
            <a:spLocks noGrp="1"/>
          </p:cNvSpPr>
          <p:nvPr/>
        </p:nvSpPr>
        <p:spPr>
          <a:xfrm>
            <a:off x="9360541" y="4778305"/>
            <a:ext cx="2225908" cy="919785"/>
          </a:xfrm>
          <a:prstGeom prst="roundRect">
            <a:avLst/>
          </a:prstGeom>
          <a:solidFill>
            <a:srgbClr val="8A3A00">
              <a:alpha val="90000"/>
            </a:srgbClr>
          </a:solidFill>
        </p:spPr>
        <p:txBody>
          <a:bodyPr/>
          <a:lstStyle/>
          <a:p>
            <a:endParaRPr lang="ja-JP"/>
          </a:p>
        </p:txBody>
      </p:sp>
      <p:sp>
        <p:nvSpPr>
          <p:cNvPr id="20" name="item_lbl_20"/>
          <p:cNvSpPr txBox="1">
            <a:spLocks noGrp="1"/>
          </p:cNvSpPr>
          <p:nvPr/>
        </p:nvSpPr>
        <p:spPr>
          <a:xfrm>
            <a:off x="9431307" y="3974613"/>
            <a:ext cx="2084376" cy="400110"/>
          </a:xfrm>
          <a:prstGeom prst="rect">
            <a:avLst/>
          </a:prstGeom>
          <a:noFill/>
        </p:spPr>
        <p:txBody>
          <a:bodyPr wrap="square" lIns="45720" tIns="45720" rIns="45720" bIns="45720" rtlCol="0" anchor="ctr">
            <a:spAutoFit/>
          </a:bodyPr>
          <a:lstStyle/>
          <a:p>
            <a:pPr algn="ctr"/>
            <a:r>
              <a:rPr lang="ja-JP" altLang="en-US" sz="2000" b="1">
                <a:solidFill>
                  <a:srgbClr val="FFFFFF"/>
                </a:solidFill>
                <a:latin typeface="+mn-ea"/>
              </a:rPr>
              <a:t>網羅</a:t>
            </a:r>
          </a:p>
        </p:txBody>
      </p:sp>
      <p:sp>
        <p:nvSpPr>
          <p:cNvPr id="22" name="item_bg_22"/>
          <p:cNvSpPr>
            <a:spLocks noGrp="1"/>
          </p:cNvSpPr>
          <p:nvPr/>
        </p:nvSpPr>
        <p:spPr>
          <a:xfrm>
            <a:off x="6883971" y="4764414"/>
            <a:ext cx="2212269" cy="947568"/>
          </a:xfrm>
          <a:prstGeom prst="roundRect">
            <a:avLst/>
          </a:prstGeom>
          <a:solidFill>
            <a:srgbClr val="1A6A2A">
              <a:alpha val="90000"/>
            </a:srgbClr>
          </a:solidFill>
        </p:spPr>
        <p:txBody>
          <a:bodyPr/>
          <a:lstStyle/>
          <a:p>
            <a:endParaRPr lang="ja-JP"/>
          </a:p>
        </p:txBody>
      </p:sp>
      <p:sp>
        <p:nvSpPr>
          <p:cNvPr id="23" name="item_lbl_23"/>
          <p:cNvSpPr txBox="1">
            <a:spLocks noGrp="1"/>
          </p:cNvSpPr>
          <p:nvPr/>
        </p:nvSpPr>
        <p:spPr>
          <a:xfrm>
            <a:off x="6947917" y="5049921"/>
            <a:ext cx="2084376" cy="400110"/>
          </a:xfrm>
          <a:prstGeom prst="rect">
            <a:avLst/>
          </a:prstGeom>
          <a:noFill/>
        </p:spPr>
        <p:txBody>
          <a:bodyPr wrap="square" lIns="45720" tIns="45720" rIns="45720" bIns="45720" rtlCol="0" anchor="ctr">
            <a:spAutoFit/>
          </a:bodyPr>
          <a:lstStyle/>
          <a:p>
            <a:pPr algn="ctr"/>
            <a:r>
              <a:rPr lang="ja-JP" altLang="en-US" sz="2000" b="1">
                <a:solidFill>
                  <a:srgbClr val="FFFFFF"/>
                </a:solidFill>
                <a:latin typeface="+mn-ea"/>
              </a:rPr>
              <a:t>再利用</a:t>
            </a:r>
          </a:p>
        </p:txBody>
      </p:sp>
      <p:sp>
        <p:nvSpPr>
          <p:cNvPr id="25" name="item_bg_25"/>
          <p:cNvSpPr>
            <a:spLocks noGrp="1"/>
          </p:cNvSpPr>
          <p:nvPr/>
        </p:nvSpPr>
        <p:spPr>
          <a:xfrm>
            <a:off x="9323121" y="2536432"/>
            <a:ext cx="2281256" cy="977427"/>
          </a:xfrm>
          <a:prstGeom prst="roundRect">
            <a:avLst/>
          </a:prstGeom>
          <a:solidFill>
            <a:srgbClr val="8A1A3A">
              <a:alpha val="90000"/>
            </a:srgbClr>
          </a:solidFill>
        </p:spPr>
        <p:txBody>
          <a:bodyPr/>
          <a:lstStyle/>
          <a:p>
            <a:endParaRPr lang="ja-JP"/>
          </a:p>
        </p:txBody>
      </p:sp>
      <p:sp>
        <p:nvSpPr>
          <p:cNvPr id="26" name="item_lbl_26"/>
          <p:cNvSpPr txBox="1">
            <a:spLocks noGrp="1"/>
          </p:cNvSpPr>
          <p:nvPr/>
        </p:nvSpPr>
        <p:spPr>
          <a:xfrm>
            <a:off x="9431307" y="5070369"/>
            <a:ext cx="2084376" cy="400110"/>
          </a:xfrm>
          <a:prstGeom prst="rect">
            <a:avLst/>
          </a:prstGeom>
          <a:noFill/>
        </p:spPr>
        <p:txBody>
          <a:bodyPr wrap="square" lIns="45720" tIns="45720" rIns="45720" bIns="45720" rtlCol="0" anchor="ctr">
            <a:spAutoFit/>
          </a:bodyPr>
          <a:lstStyle/>
          <a:p>
            <a:pPr algn="ctr"/>
            <a:r>
              <a:rPr lang="ja-JP" altLang="en-US" sz="2000" b="1">
                <a:solidFill>
                  <a:srgbClr val="FFFFFF"/>
                </a:solidFill>
                <a:latin typeface="+mn-ea"/>
              </a:rPr>
              <a:t>説明</a:t>
            </a:r>
          </a:p>
        </p:txBody>
      </p:sp>
      <p:sp>
        <p:nvSpPr>
          <p:cNvPr id="14" name="item_lbl_14"/>
          <p:cNvSpPr txBox="1">
            <a:spLocks noGrp="1"/>
          </p:cNvSpPr>
          <p:nvPr/>
        </p:nvSpPr>
        <p:spPr>
          <a:xfrm>
            <a:off x="9397650" y="2874571"/>
            <a:ext cx="2084376" cy="400110"/>
          </a:xfrm>
          <a:prstGeom prst="rect">
            <a:avLst/>
          </a:prstGeom>
          <a:noFill/>
        </p:spPr>
        <p:txBody>
          <a:bodyPr wrap="square" lIns="45720" tIns="45720" rIns="45720" bIns="45720" rtlCol="0" anchor="ctr">
            <a:spAutoFit/>
          </a:bodyPr>
          <a:lstStyle/>
          <a:p>
            <a:pPr algn="ctr"/>
            <a:r>
              <a:rPr lang="ja-JP" altLang="en-US" sz="2000" b="1">
                <a:solidFill>
                  <a:srgbClr val="FFFFFF"/>
                </a:solidFill>
                <a:latin typeface="+mn-ea"/>
              </a:rPr>
              <a:t>リスク</a:t>
            </a:r>
          </a:p>
        </p:txBody>
      </p:sp>
    </p:spTree>
    <p:extLst>
      <p:ext uri="{BB962C8B-B14F-4D97-AF65-F5344CB8AC3E}">
        <p14:creationId xmlns:p14="http://schemas.microsoft.com/office/powerpoint/2010/main" val="531040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46D45-9371-AD8A-5CEE-F0973AC1B6E7}"/>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69782637-3748-8674-DCC0-00B648C8AC32}"/>
              </a:ext>
            </a:extLst>
          </p:cNvPr>
          <p:cNvSpPr>
            <a:spLocks noGrp="1"/>
          </p:cNvSpPr>
          <p:nvPr>
            <p:ph type="title"/>
          </p:nvPr>
        </p:nvSpPr>
        <p:spPr/>
        <p:txBody>
          <a:bodyPr/>
          <a:lstStyle/>
          <a:p>
            <a:r>
              <a:rPr lang="ja-JP" altLang="en-US"/>
              <a:t>今回VSHDで参加したい理由</a:t>
            </a:r>
            <a:r>
              <a:rPr lang="en-US" altLang="ja-JP"/>
              <a:t>(1/5)</a:t>
            </a:r>
            <a:endParaRPr lang="ja-JP" altLang="en-US"/>
          </a:p>
        </p:txBody>
      </p:sp>
      <p:sp>
        <p:nvSpPr>
          <p:cNvPr id="8" name="コンテンツ プレースホルダー 4">
            <a:extLst>
              <a:ext uri="{FF2B5EF4-FFF2-40B4-BE49-F238E27FC236}">
                <a16:creationId xmlns:a16="http://schemas.microsoft.com/office/drawing/2014/main" id="{F18E5C18-6DFC-5157-6D34-AF84ABC3F3F0}"/>
              </a:ext>
            </a:extLst>
          </p:cNvPr>
          <p:cNvSpPr txBox="1">
            <a:spLocks/>
          </p:cNvSpPr>
          <p:nvPr/>
        </p:nvSpPr>
        <p:spPr>
          <a:xfrm>
            <a:off x="803274" y="1253330"/>
            <a:ext cx="10837863" cy="5010309"/>
          </a:xfrm>
          <a:prstGeom prst="rect">
            <a:avLst/>
          </a:prstGeom>
        </p:spPr>
        <p:txBody>
          <a:bodyPr vert="horz" lIns="91440" tIns="45720" rIns="91440" bIns="45720" rtlCol="0" anchor="t">
            <a:normAutofit/>
          </a:bodyPr>
          <a:lstStyle>
            <a:lvl1pPr marL="228600" indent="-228600" algn="l" defTabSz="914400" rtl="0" eaLnBrk="1" latinLnBrk="0" hangingPunct="1">
              <a:lnSpc>
                <a:spcPct val="130000"/>
              </a:lnSpc>
              <a:spcBef>
                <a:spcPts val="1000"/>
              </a:spcBef>
              <a:buFont typeface="Arial" panose="020B0604020202020204" pitchFamily="34" charset="0"/>
              <a:buChar char="•"/>
              <a:defRPr kumimoji="1" sz="2800" b="0" i="0" kern="1200">
                <a:solidFill>
                  <a:schemeClr val="tx1">
                    <a:lumMod val="75000"/>
                    <a:lumOff val="25000"/>
                  </a:schemeClr>
                </a:solidFill>
                <a:latin typeface="+mn-ea"/>
                <a:ea typeface="+mn-ea"/>
                <a:cs typeface="Arial" panose="020B0604020202020204" pitchFamily="34" charset="0"/>
              </a:defRPr>
            </a:lvl1pPr>
            <a:lvl2pPr marL="685800" indent="-228600" algn="l" defTabSz="914400" rtl="0" eaLnBrk="1" latinLnBrk="0" hangingPunct="1">
              <a:lnSpc>
                <a:spcPct val="130000"/>
              </a:lnSpc>
              <a:spcBef>
                <a:spcPts val="500"/>
              </a:spcBef>
              <a:buFont typeface="システムフォント（レギュラー）"/>
              <a:buChar char="▹"/>
              <a:defRPr kumimoji="1" sz="2400" b="0" i="0" kern="1200">
                <a:solidFill>
                  <a:schemeClr val="tx1">
                    <a:lumMod val="75000"/>
                    <a:lumOff val="25000"/>
                  </a:schemeClr>
                </a:solidFill>
                <a:latin typeface="+mn-ea"/>
                <a:ea typeface="+mn-ea"/>
                <a:cs typeface="Arial" panose="020B0604020202020204" pitchFamily="34" charset="0"/>
              </a:defRPr>
            </a:lvl2pPr>
            <a:lvl3pPr marL="1143000" indent="-228600" algn="l" defTabSz="914400" rtl="0" eaLnBrk="1" latinLnBrk="0" hangingPunct="1">
              <a:lnSpc>
                <a:spcPct val="130000"/>
              </a:lnSpc>
              <a:spcBef>
                <a:spcPts val="500"/>
              </a:spcBef>
              <a:buFont typeface="システムフォント（レギュラー）"/>
              <a:buChar char="‣"/>
              <a:defRPr kumimoji="1" sz="2000" b="0" i="0" kern="1200">
                <a:solidFill>
                  <a:schemeClr val="tx1">
                    <a:lumMod val="75000"/>
                    <a:lumOff val="25000"/>
                  </a:schemeClr>
                </a:solidFill>
                <a:latin typeface="+mn-ea"/>
                <a:ea typeface="+mn-ea"/>
                <a:cs typeface="Arial" panose="020B0604020202020204" pitchFamily="34" charset="0"/>
              </a:defRPr>
            </a:lvl3pPr>
            <a:lvl4pPr marL="1600200" indent="-228600" algn="l" defTabSz="914400" rtl="0" eaLnBrk="1" latinLnBrk="0" hangingPunct="1">
              <a:lnSpc>
                <a:spcPct val="130000"/>
              </a:lnSpc>
              <a:spcBef>
                <a:spcPts val="500"/>
              </a:spcBef>
              <a:buFont typeface="Arial" panose="020B0604020202020204" pitchFamily="34" charset="0"/>
              <a:buChar char="•"/>
              <a:defRPr kumimoji="1" sz="1800" b="0" i="0" kern="1200">
                <a:solidFill>
                  <a:schemeClr val="tx1">
                    <a:lumMod val="75000"/>
                    <a:lumOff val="25000"/>
                  </a:schemeClr>
                </a:solidFill>
                <a:latin typeface="+mn-ea"/>
                <a:ea typeface="+mn-ea"/>
                <a:cs typeface="Arial" panose="020B0604020202020204" pitchFamily="34" charset="0"/>
              </a:defRPr>
            </a:lvl4pPr>
            <a:lvl5pPr marL="2057400" indent="-228600" algn="l" defTabSz="914400" rtl="0" eaLnBrk="1" latinLnBrk="0" hangingPunct="1">
              <a:lnSpc>
                <a:spcPct val="130000"/>
              </a:lnSpc>
              <a:spcBef>
                <a:spcPts val="500"/>
              </a:spcBef>
              <a:buFont typeface="Arial" panose="020B0604020202020204" pitchFamily="34" charset="0"/>
              <a:buChar char="•"/>
              <a:defRPr kumimoji="1" sz="1800" b="0" i="0" kern="1200">
                <a:solidFill>
                  <a:schemeClr val="tx1">
                    <a:lumMod val="75000"/>
                    <a:lumOff val="25000"/>
                  </a:schemeClr>
                </a:solidFill>
                <a:latin typeface="+mn-ea"/>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buFont typeface="+mj-ea"/>
              <a:buAutoNum type="circleNumDbPlain"/>
            </a:pPr>
            <a:r>
              <a:rPr lang="ja-JP" altLang="en-US">
                <a:cs typeface="Arial"/>
              </a:rPr>
              <a:t>設計視点を強化したい</a:t>
            </a:r>
            <a:endParaRPr lang="en-US" altLang="ja-JP"/>
          </a:p>
          <a:p>
            <a:pPr marL="0" indent="0">
              <a:buNone/>
            </a:pPr>
            <a:r>
              <a:rPr lang="ja-JP" altLang="en-US" sz="1600">
                <a:cs typeface="Arial"/>
              </a:rPr>
              <a:t>　当社では今後、</a:t>
            </a:r>
            <a:br>
              <a:rPr lang="ja-JP" altLang="en-US" sz="1600"/>
            </a:br>
            <a:r>
              <a:rPr lang="ja-JP" altLang="en-US" sz="1600">
                <a:cs typeface="Arial"/>
              </a:rPr>
              <a:t>　</a:t>
            </a:r>
            <a:r>
              <a:rPr lang="ja-JP" altLang="en-US" sz="1600" b="1">
                <a:cs typeface="Arial"/>
              </a:rPr>
              <a:t>「分析・設計から支援できるチーム」</a:t>
            </a:r>
            <a:r>
              <a:rPr lang="ja-JP" altLang="en-US" sz="1600">
                <a:cs typeface="Arial"/>
              </a:rPr>
              <a:t> を強化していきたいと考えています。</a:t>
            </a:r>
            <a:endParaRPr lang="en-US" altLang="ja-JP" sz="1600">
              <a:cs typeface="Arial"/>
            </a:endParaRPr>
          </a:p>
          <a:p>
            <a:pPr marL="0" indent="0">
              <a:buNone/>
            </a:pPr>
            <a:r>
              <a:rPr lang="ja-JP" altLang="en-US" sz="1600"/>
              <a:t>　コンテストを通じて、</a:t>
            </a:r>
            <a:endParaRPr lang="en-US" altLang="ja-JP" sz="1600"/>
          </a:p>
          <a:p>
            <a:pPr lvl="3"/>
            <a:r>
              <a:rPr lang="ja-JP" altLang="en-US"/>
              <a:t>テスト設計力</a:t>
            </a:r>
            <a:endParaRPr lang="en-US" altLang="ja-JP"/>
          </a:p>
          <a:p>
            <a:pPr lvl="3"/>
            <a:r>
              <a:rPr lang="ja-JP" altLang="en-US"/>
              <a:t>分析力</a:t>
            </a:r>
            <a:endParaRPr lang="en-US" altLang="ja-JP"/>
          </a:p>
          <a:p>
            <a:pPr lvl="3"/>
            <a:r>
              <a:rPr lang="ja-JP" altLang="en-US">
                <a:cs typeface="Arial"/>
              </a:rPr>
              <a:t>説明力</a:t>
            </a:r>
            <a:endParaRPr lang="en-US" altLang="ja-JP">
              <a:cs typeface="Arial"/>
            </a:endParaRPr>
          </a:p>
          <a:p>
            <a:pPr marL="0" indent="0">
              <a:buNone/>
            </a:pPr>
            <a:r>
              <a:rPr lang="ja-JP" altLang="en-US" sz="1600">
                <a:cs typeface="Arial"/>
              </a:rPr>
              <a:t>　を高め、</a:t>
            </a:r>
            <a:br>
              <a:rPr lang="ja-JP" altLang="en-US" sz="1600">
                <a:cs typeface="Arial"/>
              </a:rPr>
            </a:br>
            <a:r>
              <a:rPr lang="ja-JP" altLang="en-US" sz="1600">
                <a:cs typeface="Arial"/>
              </a:rPr>
              <a:t>　要求の捉え方や、レビュー観点の幅を広げ</a:t>
            </a:r>
            <a:br>
              <a:rPr lang="ja-JP" altLang="en-US" sz="1600">
                <a:cs typeface="Arial"/>
              </a:rPr>
            </a:br>
            <a:r>
              <a:rPr lang="ja-JP" altLang="en-US" sz="1600">
                <a:cs typeface="Arial"/>
              </a:rPr>
              <a:t>　既存案件における業務/成果物品質の向上につなげえいきたいと考えています。</a:t>
            </a:r>
          </a:p>
        </p:txBody>
      </p:sp>
    </p:spTree>
    <p:extLst>
      <p:ext uri="{BB962C8B-B14F-4D97-AF65-F5344CB8AC3E}">
        <p14:creationId xmlns:p14="http://schemas.microsoft.com/office/powerpoint/2010/main" val="2190336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ACAF3-EE0E-8FDD-BD8F-F9F63738F6BA}"/>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2F59BF87-6455-A102-AC11-0E1BE7BF1E2D}"/>
              </a:ext>
            </a:extLst>
          </p:cNvPr>
          <p:cNvSpPr>
            <a:spLocks noGrp="1"/>
          </p:cNvSpPr>
          <p:nvPr>
            <p:ph type="title"/>
          </p:nvPr>
        </p:nvSpPr>
        <p:spPr/>
        <p:txBody>
          <a:bodyPr/>
          <a:lstStyle/>
          <a:p>
            <a:r>
              <a:rPr lang="ja-JP" altLang="en-US"/>
              <a:t>今回</a:t>
            </a:r>
            <a:r>
              <a:rPr lang="ja-JP"/>
              <a:t>VSHDで</a:t>
            </a:r>
            <a:r>
              <a:rPr lang="ja-JP" altLang="en-US"/>
              <a:t>参加したい理由</a:t>
            </a:r>
            <a:r>
              <a:rPr lang="en-US" altLang="ja-JP"/>
              <a:t>(2/5)</a:t>
            </a:r>
            <a:endParaRPr lang="ja-JP" altLang="en-US"/>
          </a:p>
        </p:txBody>
      </p:sp>
      <p:sp>
        <p:nvSpPr>
          <p:cNvPr id="8" name="コンテンツ プレースホルダー 4">
            <a:extLst>
              <a:ext uri="{FF2B5EF4-FFF2-40B4-BE49-F238E27FC236}">
                <a16:creationId xmlns:a16="http://schemas.microsoft.com/office/drawing/2014/main" id="{6DF13C12-D916-8D47-334C-A6BEFC29563F}"/>
              </a:ext>
            </a:extLst>
          </p:cNvPr>
          <p:cNvSpPr txBox="1">
            <a:spLocks/>
          </p:cNvSpPr>
          <p:nvPr/>
        </p:nvSpPr>
        <p:spPr>
          <a:xfrm>
            <a:off x="803274" y="1253330"/>
            <a:ext cx="10837863" cy="5010309"/>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30000"/>
              </a:lnSpc>
              <a:spcBef>
                <a:spcPts val="1000"/>
              </a:spcBef>
              <a:buFont typeface="Arial" panose="020B0604020202020204" pitchFamily="34" charset="0"/>
              <a:buChar char="•"/>
              <a:defRPr kumimoji="1" sz="2800" b="0" i="0" kern="1200">
                <a:solidFill>
                  <a:schemeClr val="tx1">
                    <a:lumMod val="75000"/>
                    <a:lumOff val="25000"/>
                  </a:schemeClr>
                </a:solidFill>
                <a:latin typeface="+mn-ea"/>
                <a:ea typeface="+mn-ea"/>
                <a:cs typeface="Arial" panose="020B0604020202020204" pitchFamily="34" charset="0"/>
              </a:defRPr>
            </a:lvl1pPr>
            <a:lvl2pPr marL="685800" indent="-228600" algn="l" defTabSz="914400" rtl="0" eaLnBrk="1" latinLnBrk="0" hangingPunct="1">
              <a:lnSpc>
                <a:spcPct val="130000"/>
              </a:lnSpc>
              <a:spcBef>
                <a:spcPts val="500"/>
              </a:spcBef>
              <a:buFont typeface="システムフォント（レギュラー）"/>
              <a:buChar char="▹"/>
              <a:defRPr kumimoji="1" sz="2400" b="0" i="0" kern="1200">
                <a:solidFill>
                  <a:schemeClr val="tx1">
                    <a:lumMod val="75000"/>
                    <a:lumOff val="25000"/>
                  </a:schemeClr>
                </a:solidFill>
                <a:latin typeface="+mn-ea"/>
                <a:ea typeface="+mn-ea"/>
                <a:cs typeface="Arial" panose="020B0604020202020204" pitchFamily="34" charset="0"/>
              </a:defRPr>
            </a:lvl2pPr>
            <a:lvl3pPr marL="1143000" indent="-228600" algn="l" defTabSz="914400" rtl="0" eaLnBrk="1" latinLnBrk="0" hangingPunct="1">
              <a:lnSpc>
                <a:spcPct val="130000"/>
              </a:lnSpc>
              <a:spcBef>
                <a:spcPts val="500"/>
              </a:spcBef>
              <a:buFont typeface="システムフォント（レギュラー）"/>
              <a:buChar char="‣"/>
              <a:defRPr kumimoji="1" sz="2000" b="0" i="0" kern="1200">
                <a:solidFill>
                  <a:schemeClr val="tx1">
                    <a:lumMod val="75000"/>
                    <a:lumOff val="25000"/>
                  </a:schemeClr>
                </a:solidFill>
                <a:latin typeface="+mn-ea"/>
                <a:ea typeface="+mn-ea"/>
                <a:cs typeface="Arial" panose="020B0604020202020204" pitchFamily="34" charset="0"/>
              </a:defRPr>
            </a:lvl3pPr>
            <a:lvl4pPr marL="1600200" indent="-228600" algn="l" defTabSz="914400" rtl="0" eaLnBrk="1" latinLnBrk="0" hangingPunct="1">
              <a:lnSpc>
                <a:spcPct val="130000"/>
              </a:lnSpc>
              <a:spcBef>
                <a:spcPts val="500"/>
              </a:spcBef>
              <a:buFont typeface="Arial" panose="020B0604020202020204" pitchFamily="34" charset="0"/>
              <a:buChar char="•"/>
              <a:defRPr kumimoji="1" sz="1800" b="0" i="0" kern="1200">
                <a:solidFill>
                  <a:schemeClr val="tx1">
                    <a:lumMod val="75000"/>
                    <a:lumOff val="25000"/>
                  </a:schemeClr>
                </a:solidFill>
                <a:latin typeface="+mn-ea"/>
                <a:ea typeface="+mn-ea"/>
                <a:cs typeface="Arial" panose="020B0604020202020204" pitchFamily="34" charset="0"/>
              </a:defRPr>
            </a:lvl4pPr>
            <a:lvl5pPr marL="2057400" indent="-228600" algn="l" defTabSz="914400" rtl="0" eaLnBrk="1" latinLnBrk="0" hangingPunct="1">
              <a:lnSpc>
                <a:spcPct val="130000"/>
              </a:lnSpc>
              <a:spcBef>
                <a:spcPts val="500"/>
              </a:spcBef>
              <a:buFont typeface="Arial" panose="020B0604020202020204" pitchFamily="34" charset="0"/>
              <a:buChar char="•"/>
              <a:defRPr kumimoji="1" sz="1800" b="0" i="0" kern="1200">
                <a:solidFill>
                  <a:schemeClr val="tx1">
                    <a:lumMod val="75000"/>
                    <a:lumOff val="25000"/>
                  </a:schemeClr>
                </a:solidFill>
                <a:latin typeface="+mn-ea"/>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buFont typeface="+mj-ea"/>
              <a:buAutoNum type="circleNumDbPlain" startAt="2"/>
            </a:pPr>
            <a:r>
              <a:rPr lang="ja-JP" altLang="en-US"/>
              <a:t>実践的な設計経験を積める貴重な場</a:t>
            </a:r>
            <a:endParaRPr lang="en-US" altLang="ja-JP"/>
          </a:p>
          <a:p>
            <a:pPr marL="0" indent="0">
              <a:buNone/>
            </a:pPr>
            <a:r>
              <a:rPr lang="ja-JP" altLang="en-US" sz="1600"/>
              <a:t>　実際の業務では、</a:t>
            </a:r>
            <a:endParaRPr lang="en-US" altLang="ja-JP" sz="1600"/>
          </a:p>
          <a:p>
            <a:pPr lvl="3"/>
            <a:r>
              <a:rPr lang="ja-JP" altLang="en-US"/>
              <a:t>スケジュール優先</a:t>
            </a:r>
            <a:endParaRPr lang="en-US" altLang="ja-JP"/>
          </a:p>
          <a:p>
            <a:pPr lvl="3"/>
            <a:r>
              <a:rPr lang="ja-JP" altLang="en-US"/>
              <a:t>既存資産踏襲</a:t>
            </a:r>
            <a:endParaRPr lang="en-US" altLang="ja-JP"/>
          </a:p>
          <a:p>
            <a:pPr lvl="3"/>
            <a:r>
              <a:rPr lang="ja-JP" altLang="en-US"/>
              <a:t>部分的な担当</a:t>
            </a:r>
            <a:endParaRPr lang="en-US" altLang="ja-JP"/>
          </a:p>
          <a:p>
            <a:pPr marL="0" indent="0">
              <a:buNone/>
            </a:pPr>
            <a:r>
              <a:rPr lang="ja-JP" altLang="en-US" sz="1600"/>
              <a:t>　になることも多く、ゼロからテスト設計を考える機会は限られています。</a:t>
            </a:r>
            <a:endParaRPr lang="en-US" altLang="ja-JP" sz="1600"/>
          </a:p>
          <a:p>
            <a:pPr marL="0" indent="0">
              <a:buNone/>
            </a:pPr>
            <a:r>
              <a:rPr lang="ja-JP" altLang="en-US" sz="1600"/>
              <a:t>　このコンテストでは、</a:t>
            </a:r>
            <a:endParaRPr lang="en-US" altLang="ja-JP" sz="1600"/>
          </a:p>
          <a:p>
            <a:pPr lvl="3"/>
            <a:r>
              <a:rPr lang="ja-JP" altLang="en-US"/>
              <a:t>要求分析</a:t>
            </a:r>
            <a:endParaRPr lang="en-US" altLang="ja-JP"/>
          </a:p>
          <a:p>
            <a:pPr lvl="3"/>
            <a:r>
              <a:rPr lang="ja-JP" altLang="en-US"/>
              <a:t>リスク分析</a:t>
            </a:r>
            <a:endParaRPr lang="en-US" altLang="ja-JP"/>
          </a:p>
          <a:p>
            <a:pPr lvl="3"/>
            <a:r>
              <a:rPr lang="ja-JP" altLang="en-US"/>
              <a:t>観点整理</a:t>
            </a:r>
            <a:endParaRPr lang="en-US" altLang="ja-JP"/>
          </a:p>
          <a:p>
            <a:pPr lvl="3"/>
            <a:r>
              <a:rPr lang="ja-JP" altLang="en-US"/>
              <a:t>テスト戦略立案</a:t>
            </a:r>
            <a:endParaRPr lang="en-US" altLang="ja-JP"/>
          </a:p>
          <a:p>
            <a:pPr marL="0" indent="0">
              <a:buNone/>
            </a:pPr>
            <a:r>
              <a:rPr lang="ja-JP" altLang="en-US" sz="1600"/>
              <a:t>　まで含めて経験できるため、実践的な設計経験を積む場として活用したいと考えています。</a:t>
            </a:r>
            <a:endParaRPr lang="en-US" altLang="ja-JP" sz="1600"/>
          </a:p>
          <a:p>
            <a:pPr marL="0" indent="0">
              <a:buNone/>
            </a:pPr>
            <a:endParaRPr lang="en-US" altLang="ja-JP" sz="1600"/>
          </a:p>
        </p:txBody>
      </p:sp>
    </p:spTree>
    <p:extLst>
      <p:ext uri="{BB962C8B-B14F-4D97-AF65-F5344CB8AC3E}">
        <p14:creationId xmlns:p14="http://schemas.microsoft.com/office/powerpoint/2010/main" val="2939170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ABFA1-CDC8-00D8-8F4A-A81D3C8DC330}"/>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4269E76E-C62C-BBFF-7C42-19A8906E1276}"/>
              </a:ext>
            </a:extLst>
          </p:cNvPr>
          <p:cNvSpPr>
            <a:spLocks noGrp="1"/>
          </p:cNvSpPr>
          <p:nvPr>
            <p:ph type="title"/>
          </p:nvPr>
        </p:nvSpPr>
        <p:spPr/>
        <p:txBody>
          <a:bodyPr/>
          <a:lstStyle/>
          <a:p>
            <a:r>
              <a:rPr lang="ja-JP" altLang="en-US"/>
              <a:t>今回</a:t>
            </a:r>
            <a:r>
              <a:rPr lang="ja-JP"/>
              <a:t>VSHDで</a:t>
            </a:r>
            <a:r>
              <a:rPr lang="ja-JP" altLang="en-US"/>
              <a:t>参加したい理由</a:t>
            </a:r>
            <a:r>
              <a:rPr lang="en-US" altLang="ja-JP"/>
              <a:t>(3/5)</a:t>
            </a:r>
            <a:endParaRPr lang="ja-JP" altLang="en-US"/>
          </a:p>
        </p:txBody>
      </p:sp>
      <p:sp>
        <p:nvSpPr>
          <p:cNvPr id="8" name="コンテンツ プレースホルダー 4">
            <a:extLst>
              <a:ext uri="{FF2B5EF4-FFF2-40B4-BE49-F238E27FC236}">
                <a16:creationId xmlns:a16="http://schemas.microsoft.com/office/drawing/2014/main" id="{00F861E9-3EAD-2B44-4CE3-1704187FDCB8}"/>
              </a:ext>
            </a:extLst>
          </p:cNvPr>
          <p:cNvSpPr txBox="1">
            <a:spLocks/>
          </p:cNvSpPr>
          <p:nvPr/>
        </p:nvSpPr>
        <p:spPr>
          <a:xfrm>
            <a:off x="803274" y="1253330"/>
            <a:ext cx="10837863" cy="5010309"/>
          </a:xfrm>
          <a:prstGeom prst="rect">
            <a:avLst/>
          </a:prstGeom>
        </p:spPr>
        <p:txBody>
          <a:bodyPr vert="horz" lIns="91440" tIns="45720" rIns="91440" bIns="45720" rtlCol="0">
            <a:normAutofit/>
          </a:bodyPr>
          <a:lstStyle>
            <a:lvl1pPr marL="228600" indent="-228600" algn="l" defTabSz="914400" rtl="0" eaLnBrk="1" latinLnBrk="0" hangingPunct="1">
              <a:lnSpc>
                <a:spcPct val="130000"/>
              </a:lnSpc>
              <a:spcBef>
                <a:spcPts val="1000"/>
              </a:spcBef>
              <a:buFont typeface="Arial" panose="020B0604020202020204" pitchFamily="34" charset="0"/>
              <a:buChar char="•"/>
              <a:defRPr kumimoji="1" sz="2800" b="0" i="0" kern="1200">
                <a:solidFill>
                  <a:schemeClr val="tx1">
                    <a:lumMod val="75000"/>
                    <a:lumOff val="25000"/>
                  </a:schemeClr>
                </a:solidFill>
                <a:latin typeface="+mn-ea"/>
                <a:ea typeface="+mn-ea"/>
                <a:cs typeface="Arial" panose="020B0604020202020204" pitchFamily="34" charset="0"/>
              </a:defRPr>
            </a:lvl1pPr>
            <a:lvl2pPr marL="685800" indent="-228600" algn="l" defTabSz="914400" rtl="0" eaLnBrk="1" latinLnBrk="0" hangingPunct="1">
              <a:lnSpc>
                <a:spcPct val="130000"/>
              </a:lnSpc>
              <a:spcBef>
                <a:spcPts val="500"/>
              </a:spcBef>
              <a:buFont typeface="システムフォント（レギュラー）"/>
              <a:buChar char="▹"/>
              <a:defRPr kumimoji="1" sz="2400" b="0" i="0" kern="1200">
                <a:solidFill>
                  <a:schemeClr val="tx1">
                    <a:lumMod val="75000"/>
                    <a:lumOff val="25000"/>
                  </a:schemeClr>
                </a:solidFill>
                <a:latin typeface="+mn-ea"/>
                <a:ea typeface="+mn-ea"/>
                <a:cs typeface="Arial" panose="020B0604020202020204" pitchFamily="34" charset="0"/>
              </a:defRPr>
            </a:lvl2pPr>
            <a:lvl3pPr marL="1143000" indent="-228600" algn="l" defTabSz="914400" rtl="0" eaLnBrk="1" latinLnBrk="0" hangingPunct="1">
              <a:lnSpc>
                <a:spcPct val="130000"/>
              </a:lnSpc>
              <a:spcBef>
                <a:spcPts val="500"/>
              </a:spcBef>
              <a:buFont typeface="システムフォント（レギュラー）"/>
              <a:buChar char="‣"/>
              <a:defRPr kumimoji="1" sz="2000" b="0" i="0" kern="1200">
                <a:solidFill>
                  <a:schemeClr val="tx1">
                    <a:lumMod val="75000"/>
                    <a:lumOff val="25000"/>
                  </a:schemeClr>
                </a:solidFill>
                <a:latin typeface="+mn-ea"/>
                <a:ea typeface="+mn-ea"/>
                <a:cs typeface="Arial" panose="020B0604020202020204" pitchFamily="34" charset="0"/>
              </a:defRPr>
            </a:lvl3pPr>
            <a:lvl4pPr marL="1600200" indent="-228600" algn="l" defTabSz="914400" rtl="0" eaLnBrk="1" latinLnBrk="0" hangingPunct="1">
              <a:lnSpc>
                <a:spcPct val="130000"/>
              </a:lnSpc>
              <a:spcBef>
                <a:spcPts val="500"/>
              </a:spcBef>
              <a:buFont typeface="Arial" panose="020B0604020202020204" pitchFamily="34" charset="0"/>
              <a:buChar char="•"/>
              <a:defRPr kumimoji="1" sz="1800" b="0" i="0" kern="1200">
                <a:solidFill>
                  <a:schemeClr val="tx1">
                    <a:lumMod val="75000"/>
                    <a:lumOff val="25000"/>
                  </a:schemeClr>
                </a:solidFill>
                <a:latin typeface="+mn-ea"/>
                <a:ea typeface="+mn-ea"/>
                <a:cs typeface="Arial" panose="020B0604020202020204" pitchFamily="34" charset="0"/>
              </a:defRPr>
            </a:lvl4pPr>
            <a:lvl5pPr marL="2057400" indent="-228600" algn="l" defTabSz="914400" rtl="0" eaLnBrk="1" latinLnBrk="0" hangingPunct="1">
              <a:lnSpc>
                <a:spcPct val="130000"/>
              </a:lnSpc>
              <a:spcBef>
                <a:spcPts val="500"/>
              </a:spcBef>
              <a:buFont typeface="Arial" panose="020B0604020202020204" pitchFamily="34" charset="0"/>
              <a:buChar char="•"/>
              <a:defRPr kumimoji="1" sz="1800" b="0" i="0" kern="1200">
                <a:solidFill>
                  <a:schemeClr val="tx1">
                    <a:lumMod val="75000"/>
                    <a:lumOff val="25000"/>
                  </a:schemeClr>
                </a:solidFill>
                <a:latin typeface="+mn-ea"/>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buFont typeface="+mj-ea"/>
              <a:buAutoNum type="circleNumDbPlain" startAt="3"/>
            </a:pPr>
            <a:r>
              <a:rPr lang="en-US" altLang="ja-JP"/>
              <a:t>AI</a:t>
            </a:r>
            <a:r>
              <a:rPr lang="ja-JP" altLang="en-US"/>
              <a:t>活用を含めた設計支援を検証したい</a:t>
            </a:r>
            <a:r>
              <a:rPr lang="ja-JP" altLang="en-US" sz="1600"/>
              <a:t>　</a:t>
            </a:r>
            <a:endParaRPr lang="en-US" altLang="ja-JP" sz="1600"/>
          </a:p>
          <a:p>
            <a:pPr marL="0" indent="0">
              <a:buNone/>
            </a:pPr>
            <a:r>
              <a:rPr lang="ja-JP" altLang="en-US" sz="1600"/>
              <a:t>　近年は</a:t>
            </a:r>
            <a:r>
              <a:rPr lang="en-US" altLang="ja-JP" sz="1600"/>
              <a:t>AI</a:t>
            </a:r>
            <a:r>
              <a:rPr lang="ja-JP" altLang="en-US" sz="1600"/>
              <a:t>を活用した設計支援も進んでいます。</a:t>
            </a:r>
            <a:endParaRPr lang="en-US" altLang="ja-JP" sz="1600"/>
          </a:p>
          <a:p>
            <a:pPr marL="0" indent="0">
              <a:buNone/>
            </a:pPr>
            <a:r>
              <a:rPr lang="ja-JP" altLang="en-US" sz="1600"/>
              <a:t>　今回の参加では、</a:t>
            </a:r>
            <a:endParaRPr lang="en-US" altLang="ja-JP" sz="1600"/>
          </a:p>
          <a:p>
            <a:pPr lvl="3"/>
            <a:r>
              <a:rPr lang="ja-JP" altLang="en-US"/>
              <a:t>テスト観点出し</a:t>
            </a:r>
            <a:endParaRPr lang="en-US" altLang="ja-JP"/>
          </a:p>
          <a:p>
            <a:pPr lvl="3"/>
            <a:r>
              <a:rPr lang="ja-JP" altLang="en-US"/>
              <a:t>分析補助</a:t>
            </a:r>
            <a:endParaRPr lang="en-US" altLang="ja-JP"/>
          </a:p>
          <a:p>
            <a:pPr lvl="3"/>
            <a:r>
              <a:rPr lang="ja-JP" altLang="en-US"/>
              <a:t>レビュー支援</a:t>
            </a:r>
            <a:endParaRPr lang="en-US" altLang="ja-JP"/>
          </a:p>
          <a:p>
            <a:pPr lvl="3"/>
            <a:r>
              <a:rPr lang="ja-JP" altLang="en-US"/>
              <a:t>ドキュメント整理</a:t>
            </a:r>
            <a:endParaRPr lang="en-US" altLang="ja-JP"/>
          </a:p>
          <a:p>
            <a:pPr marL="0" indent="0">
              <a:buNone/>
            </a:pPr>
            <a:r>
              <a:rPr lang="ja-JP" altLang="en-US" sz="1900"/>
              <a:t>　</a:t>
            </a:r>
            <a:r>
              <a:rPr lang="ja-JP" altLang="en-US" sz="1600"/>
              <a:t>などに</a:t>
            </a:r>
            <a:r>
              <a:rPr lang="en-US" altLang="ja-JP" sz="1600"/>
              <a:t>AI</a:t>
            </a:r>
            <a:r>
              <a:rPr lang="ja-JP" altLang="en-US" sz="1600"/>
              <a:t>をどう活用できるかも試しながら、実務に生かせる設計プロセスを検証したいと考えています。</a:t>
            </a:r>
            <a:endParaRPr lang="en-US" altLang="ja-JP" sz="1600"/>
          </a:p>
          <a:p>
            <a:pPr marL="0" indent="0">
              <a:buNone/>
            </a:pPr>
            <a:endParaRPr lang="en-US" altLang="ja-JP" sz="1600"/>
          </a:p>
        </p:txBody>
      </p:sp>
    </p:spTree>
    <p:extLst>
      <p:ext uri="{BB962C8B-B14F-4D97-AF65-F5344CB8AC3E}">
        <p14:creationId xmlns:p14="http://schemas.microsoft.com/office/powerpoint/2010/main" val="3503368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4C776-DE54-F648-00C6-304ED70FF81A}"/>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0ACAF983-5897-DED7-80F6-B2E9B8EA6858}"/>
              </a:ext>
            </a:extLst>
          </p:cNvPr>
          <p:cNvSpPr>
            <a:spLocks noGrp="1"/>
          </p:cNvSpPr>
          <p:nvPr>
            <p:ph type="title"/>
          </p:nvPr>
        </p:nvSpPr>
        <p:spPr/>
        <p:txBody>
          <a:bodyPr/>
          <a:lstStyle/>
          <a:p>
            <a:r>
              <a:rPr lang="ja-JP" altLang="en-US"/>
              <a:t>今回</a:t>
            </a:r>
            <a:r>
              <a:rPr lang="ja-JP"/>
              <a:t>VSHDで</a:t>
            </a:r>
            <a:r>
              <a:rPr lang="ja-JP" altLang="en-US"/>
              <a:t>参加したい理由</a:t>
            </a:r>
            <a:r>
              <a:rPr lang="en-US" altLang="ja-JP"/>
              <a:t>(4/5)</a:t>
            </a:r>
            <a:endParaRPr lang="ja-JP" altLang="en-US"/>
          </a:p>
        </p:txBody>
      </p:sp>
      <p:sp>
        <p:nvSpPr>
          <p:cNvPr id="8" name="コンテンツ プレースホルダー 4">
            <a:extLst>
              <a:ext uri="{FF2B5EF4-FFF2-40B4-BE49-F238E27FC236}">
                <a16:creationId xmlns:a16="http://schemas.microsoft.com/office/drawing/2014/main" id="{F015868D-8738-070A-DA79-7CE5E5675361}"/>
              </a:ext>
            </a:extLst>
          </p:cNvPr>
          <p:cNvSpPr txBox="1">
            <a:spLocks/>
          </p:cNvSpPr>
          <p:nvPr/>
        </p:nvSpPr>
        <p:spPr>
          <a:xfrm>
            <a:off x="803274" y="1253330"/>
            <a:ext cx="10837863" cy="5010309"/>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30000"/>
              </a:lnSpc>
              <a:spcBef>
                <a:spcPts val="1000"/>
              </a:spcBef>
              <a:buFont typeface="Arial" panose="020B0604020202020204" pitchFamily="34" charset="0"/>
              <a:buChar char="•"/>
              <a:defRPr kumimoji="1" sz="2800" b="0" i="0" kern="1200">
                <a:solidFill>
                  <a:schemeClr val="tx1">
                    <a:lumMod val="75000"/>
                    <a:lumOff val="25000"/>
                  </a:schemeClr>
                </a:solidFill>
                <a:latin typeface="+mn-ea"/>
                <a:ea typeface="+mn-ea"/>
                <a:cs typeface="Arial" panose="020B0604020202020204" pitchFamily="34" charset="0"/>
              </a:defRPr>
            </a:lvl1pPr>
            <a:lvl2pPr marL="685800" indent="-228600" algn="l" defTabSz="914400" rtl="0" eaLnBrk="1" latinLnBrk="0" hangingPunct="1">
              <a:lnSpc>
                <a:spcPct val="130000"/>
              </a:lnSpc>
              <a:spcBef>
                <a:spcPts val="500"/>
              </a:spcBef>
              <a:buFont typeface="システムフォント（レギュラー）"/>
              <a:buChar char="▹"/>
              <a:defRPr kumimoji="1" sz="2400" b="0" i="0" kern="1200">
                <a:solidFill>
                  <a:schemeClr val="tx1">
                    <a:lumMod val="75000"/>
                    <a:lumOff val="25000"/>
                  </a:schemeClr>
                </a:solidFill>
                <a:latin typeface="+mn-ea"/>
                <a:ea typeface="+mn-ea"/>
                <a:cs typeface="Arial" panose="020B0604020202020204" pitchFamily="34" charset="0"/>
              </a:defRPr>
            </a:lvl2pPr>
            <a:lvl3pPr marL="1143000" indent="-228600" algn="l" defTabSz="914400" rtl="0" eaLnBrk="1" latinLnBrk="0" hangingPunct="1">
              <a:lnSpc>
                <a:spcPct val="130000"/>
              </a:lnSpc>
              <a:spcBef>
                <a:spcPts val="500"/>
              </a:spcBef>
              <a:buFont typeface="システムフォント（レギュラー）"/>
              <a:buChar char="‣"/>
              <a:defRPr kumimoji="1" sz="2000" b="0" i="0" kern="1200">
                <a:solidFill>
                  <a:schemeClr val="tx1">
                    <a:lumMod val="75000"/>
                    <a:lumOff val="25000"/>
                  </a:schemeClr>
                </a:solidFill>
                <a:latin typeface="+mn-ea"/>
                <a:ea typeface="+mn-ea"/>
                <a:cs typeface="Arial" panose="020B0604020202020204" pitchFamily="34" charset="0"/>
              </a:defRPr>
            </a:lvl3pPr>
            <a:lvl4pPr marL="1600200" indent="-228600" algn="l" defTabSz="914400" rtl="0" eaLnBrk="1" latinLnBrk="0" hangingPunct="1">
              <a:lnSpc>
                <a:spcPct val="130000"/>
              </a:lnSpc>
              <a:spcBef>
                <a:spcPts val="500"/>
              </a:spcBef>
              <a:buFont typeface="Arial" panose="020B0604020202020204" pitchFamily="34" charset="0"/>
              <a:buChar char="•"/>
              <a:defRPr kumimoji="1" sz="1800" b="0" i="0" kern="1200">
                <a:solidFill>
                  <a:schemeClr val="tx1">
                    <a:lumMod val="75000"/>
                    <a:lumOff val="25000"/>
                  </a:schemeClr>
                </a:solidFill>
                <a:latin typeface="+mn-ea"/>
                <a:ea typeface="+mn-ea"/>
                <a:cs typeface="Arial" panose="020B0604020202020204" pitchFamily="34" charset="0"/>
              </a:defRPr>
            </a:lvl4pPr>
            <a:lvl5pPr marL="2057400" indent="-228600" algn="l" defTabSz="914400" rtl="0" eaLnBrk="1" latinLnBrk="0" hangingPunct="1">
              <a:lnSpc>
                <a:spcPct val="130000"/>
              </a:lnSpc>
              <a:spcBef>
                <a:spcPts val="500"/>
              </a:spcBef>
              <a:buFont typeface="Arial" panose="020B0604020202020204" pitchFamily="34" charset="0"/>
              <a:buChar char="•"/>
              <a:defRPr kumimoji="1" sz="1800" b="0" i="0" kern="1200">
                <a:solidFill>
                  <a:schemeClr val="tx1">
                    <a:lumMod val="75000"/>
                    <a:lumOff val="25000"/>
                  </a:schemeClr>
                </a:solidFill>
                <a:latin typeface="+mn-ea"/>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buFont typeface="+mj-ea"/>
              <a:buAutoNum type="circleNumDbPlain" startAt="4"/>
            </a:pPr>
            <a:r>
              <a:rPr lang="ja-JP" altLang="en-US"/>
              <a:t>若手・新人にとって、設計の考え方やレビューの進め方を実践的に学べる機会として活用したい</a:t>
            </a:r>
            <a:r>
              <a:rPr lang="ja-JP" altLang="en-US" sz="1600"/>
              <a:t>　</a:t>
            </a:r>
            <a:endParaRPr lang="en-US" altLang="ja-JP" sz="1600"/>
          </a:p>
          <a:p>
            <a:pPr marL="0" indent="0">
              <a:buNone/>
            </a:pPr>
            <a:r>
              <a:rPr lang="ja-JP" altLang="en-US" sz="1600"/>
              <a:t>　</a:t>
            </a:r>
            <a:r>
              <a:rPr lang="ja-JP" altLang="en-US" sz="1500"/>
              <a:t>テスト設計は、</a:t>
            </a:r>
            <a:endParaRPr lang="en-US" altLang="ja-JP" sz="1500"/>
          </a:p>
          <a:p>
            <a:pPr lvl="3"/>
            <a:r>
              <a:rPr lang="ja-JP" altLang="en-US"/>
              <a:t>経験者の暗黙知</a:t>
            </a:r>
            <a:endParaRPr lang="en-US" altLang="ja-JP"/>
          </a:p>
          <a:p>
            <a:pPr lvl="3"/>
            <a:r>
              <a:rPr lang="ja-JP" altLang="en-US"/>
              <a:t>個人スキル依存</a:t>
            </a:r>
            <a:endParaRPr lang="en-US" altLang="ja-JP"/>
          </a:p>
          <a:p>
            <a:pPr marL="0" indent="0">
              <a:buNone/>
            </a:pPr>
            <a:r>
              <a:rPr lang="ja-JP" altLang="en-US" sz="1900"/>
              <a:t>　</a:t>
            </a:r>
            <a:r>
              <a:rPr lang="ja-JP" altLang="en-US" sz="1500"/>
              <a:t>になりやすい分野です。</a:t>
            </a:r>
            <a:endParaRPr lang="en-US" altLang="ja-JP" sz="1500"/>
          </a:p>
          <a:p>
            <a:pPr marL="0" indent="0">
              <a:buNone/>
            </a:pPr>
            <a:r>
              <a:rPr lang="ja-JP" altLang="en-US" sz="1500"/>
              <a:t>　 コンテストを通じて、</a:t>
            </a:r>
            <a:endParaRPr lang="en-US" altLang="ja-JP" sz="1500"/>
          </a:p>
          <a:p>
            <a:pPr lvl="3"/>
            <a:r>
              <a:rPr lang="ja-JP" altLang="en-US"/>
              <a:t>設計の考え方</a:t>
            </a:r>
            <a:endParaRPr lang="en-US" altLang="ja-JP"/>
          </a:p>
          <a:p>
            <a:pPr lvl="3"/>
            <a:r>
              <a:rPr lang="ja-JP" altLang="en-US"/>
              <a:t>観点整理</a:t>
            </a:r>
            <a:endParaRPr lang="en-US" altLang="ja-JP"/>
          </a:p>
          <a:p>
            <a:pPr lvl="3"/>
            <a:r>
              <a:rPr lang="ja-JP" altLang="en-US"/>
              <a:t>レビュー</a:t>
            </a:r>
            <a:endParaRPr lang="en-US" altLang="ja-JP"/>
          </a:p>
          <a:p>
            <a:pPr lvl="3"/>
            <a:r>
              <a:rPr lang="ja-JP" altLang="en-US"/>
              <a:t>議論の進め方</a:t>
            </a:r>
            <a:endParaRPr lang="en-US" altLang="ja-JP"/>
          </a:p>
          <a:p>
            <a:pPr marL="0" indent="0">
              <a:buNone/>
            </a:pPr>
            <a:r>
              <a:rPr lang="ja-JP" altLang="en-US" sz="1500"/>
              <a:t>　 </a:t>
            </a:r>
            <a:r>
              <a:rPr lang="ja-JP" altLang="en-US" sz="1300"/>
              <a:t>をチームで学びながら、</a:t>
            </a:r>
            <a:r>
              <a:rPr lang="ja-JP" altLang="en-US" sz="1400"/>
              <a:t>経験者の暗黙知を言語化し、若手・新人にも共有できる機会として活用したい</a:t>
            </a:r>
            <a:r>
              <a:rPr lang="ja-JP" altLang="en-US" sz="1500"/>
              <a:t>と考えています。</a:t>
            </a:r>
            <a:endParaRPr lang="en-US" altLang="ja-JP" sz="1500"/>
          </a:p>
          <a:p>
            <a:pPr marL="0" indent="0">
              <a:buNone/>
            </a:pPr>
            <a:endParaRPr lang="en-US" altLang="ja-JP" sz="1600"/>
          </a:p>
        </p:txBody>
      </p:sp>
    </p:spTree>
    <p:extLst>
      <p:ext uri="{BB962C8B-B14F-4D97-AF65-F5344CB8AC3E}">
        <p14:creationId xmlns:p14="http://schemas.microsoft.com/office/powerpoint/2010/main" val="1656032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2B0C7-4526-E114-292F-7A29903CE837}"/>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1EEDDFFA-AF3A-CE06-C6D8-68D647FB1F29}"/>
              </a:ext>
            </a:extLst>
          </p:cNvPr>
          <p:cNvSpPr>
            <a:spLocks noGrp="1"/>
          </p:cNvSpPr>
          <p:nvPr>
            <p:ph type="title"/>
          </p:nvPr>
        </p:nvSpPr>
        <p:spPr/>
        <p:txBody>
          <a:bodyPr/>
          <a:lstStyle/>
          <a:p>
            <a:r>
              <a:rPr lang="ja-JP" altLang="en-US"/>
              <a:t>今回</a:t>
            </a:r>
            <a:r>
              <a:rPr lang="ja-JP"/>
              <a:t>VSHDで</a:t>
            </a:r>
            <a:r>
              <a:rPr lang="ja-JP" altLang="en-US"/>
              <a:t>参加したい理由</a:t>
            </a:r>
            <a:r>
              <a:rPr lang="en-US" altLang="ja-JP"/>
              <a:t>(5/5)</a:t>
            </a:r>
            <a:endParaRPr lang="ja-JP" altLang="en-US"/>
          </a:p>
        </p:txBody>
      </p:sp>
      <p:sp>
        <p:nvSpPr>
          <p:cNvPr id="8" name="コンテンツ プレースホルダー 4">
            <a:extLst>
              <a:ext uri="{FF2B5EF4-FFF2-40B4-BE49-F238E27FC236}">
                <a16:creationId xmlns:a16="http://schemas.microsoft.com/office/drawing/2014/main" id="{C5050A06-4D2C-FDCD-3358-7560549D6F6B}"/>
              </a:ext>
            </a:extLst>
          </p:cNvPr>
          <p:cNvSpPr txBox="1">
            <a:spLocks/>
          </p:cNvSpPr>
          <p:nvPr/>
        </p:nvSpPr>
        <p:spPr>
          <a:xfrm>
            <a:off x="803274" y="1253330"/>
            <a:ext cx="10837863" cy="5010309"/>
          </a:xfrm>
          <a:prstGeom prst="rect">
            <a:avLst/>
          </a:prstGeom>
        </p:spPr>
        <p:txBody>
          <a:bodyPr vert="horz" lIns="91440" tIns="45720" rIns="91440" bIns="45720" rtlCol="0" anchor="t">
            <a:normAutofit/>
          </a:bodyPr>
          <a:lstStyle>
            <a:lvl1pPr marL="228600" indent="-228600" algn="l" defTabSz="914400" rtl="0" eaLnBrk="1" latinLnBrk="0" hangingPunct="1">
              <a:lnSpc>
                <a:spcPct val="130000"/>
              </a:lnSpc>
              <a:spcBef>
                <a:spcPts val="1000"/>
              </a:spcBef>
              <a:buFont typeface="Arial" panose="020B0604020202020204" pitchFamily="34" charset="0"/>
              <a:buChar char="•"/>
              <a:defRPr kumimoji="1" sz="2800" b="0" i="0" kern="1200">
                <a:solidFill>
                  <a:schemeClr val="tx1">
                    <a:lumMod val="75000"/>
                    <a:lumOff val="25000"/>
                  </a:schemeClr>
                </a:solidFill>
                <a:latin typeface="+mn-ea"/>
                <a:ea typeface="+mn-ea"/>
                <a:cs typeface="Arial" panose="020B0604020202020204" pitchFamily="34" charset="0"/>
              </a:defRPr>
            </a:lvl1pPr>
            <a:lvl2pPr marL="685800" indent="-228600" algn="l" defTabSz="914400" rtl="0" eaLnBrk="1" latinLnBrk="0" hangingPunct="1">
              <a:lnSpc>
                <a:spcPct val="130000"/>
              </a:lnSpc>
              <a:spcBef>
                <a:spcPts val="500"/>
              </a:spcBef>
              <a:buFont typeface="システムフォント（レギュラー）"/>
              <a:buChar char="▹"/>
              <a:defRPr kumimoji="1" sz="2400" b="0" i="0" kern="1200">
                <a:solidFill>
                  <a:schemeClr val="tx1">
                    <a:lumMod val="75000"/>
                    <a:lumOff val="25000"/>
                  </a:schemeClr>
                </a:solidFill>
                <a:latin typeface="+mn-ea"/>
                <a:ea typeface="+mn-ea"/>
                <a:cs typeface="Arial" panose="020B0604020202020204" pitchFamily="34" charset="0"/>
              </a:defRPr>
            </a:lvl2pPr>
            <a:lvl3pPr marL="1143000" indent="-228600" algn="l" defTabSz="914400" rtl="0" eaLnBrk="1" latinLnBrk="0" hangingPunct="1">
              <a:lnSpc>
                <a:spcPct val="130000"/>
              </a:lnSpc>
              <a:spcBef>
                <a:spcPts val="500"/>
              </a:spcBef>
              <a:buFont typeface="システムフォント（レギュラー）"/>
              <a:buChar char="‣"/>
              <a:defRPr kumimoji="1" sz="2000" b="0" i="0" kern="1200">
                <a:solidFill>
                  <a:schemeClr val="tx1">
                    <a:lumMod val="75000"/>
                    <a:lumOff val="25000"/>
                  </a:schemeClr>
                </a:solidFill>
                <a:latin typeface="+mn-ea"/>
                <a:ea typeface="+mn-ea"/>
                <a:cs typeface="Arial" panose="020B0604020202020204" pitchFamily="34" charset="0"/>
              </a:defRPr>
            </a:lvl3pPr>
            <a:lvl4pPr marL="1600200" indent="-228600" algn="l" defTabSz="914400" rtl="0" eaLnBrk="1" latinLnBrk="0" hangingPunct="1">
              <a:lnSpc>
                <a:spcPct val="130000"/>
              </a:lnSpc>
              <a:spcBef>
                <a:spcPts val="500"/>
              </a:spcBef>
              <a:buFont typeface="Arial" panose="020B0604020202020204" pitchFamily="34" charset="0"/>
              <a:buChar char="•"/>
              <a:defRPr kumimoji="1" sz="1800" b="0" i="0" kern="1200">
                <a:solidFill>
                  <a:schemeClr val="tx1">
                    <a:lumMod val="75000"/>
                    <a:lumOff val="25000"/>
                  </a:schemeClr>
                </a:solidFill>
                <a:latin typeface="+mn-ea"/>
                <a:ea typeface="+mn-ea"/>
                <a:cs typeface="Arial" panose="020B0604020202020204" pitchFamily="34" charset="0"/>
              </a:defRPr>
            </a:lvl4pPr>
            <a:lvl5pPr marL="2057400" indent="-228600" algn="l" defTabSz="914400" rtl="0" eaLnBrk="1" latinLnBrk="0" hangingPunct="1">
              <a:lnSpc>
                <a:spcPct val="130000"/>
              </a:lnSpc>
              <a:spcBef>
                <a:spcPts val="500"/>
              </a:spcBef>
              <a:buFont typeface="Arial" panose="020B0604020202020204" pitchFamily="34" charset="0"/>
              <a:buChar char="•"/>
              <a:defRPr kumimoji="1" sz="1800" b="0" i="0" kern="1200">
                <a:solidFill>
                  <a:schemeClr val="tx1">
                    <a:lumMod val="75000"/>
                    <a:lumOff val="25000"/>
                  </a:schemeClr>
                </a:solidFill>
                <a:latin typeface="+mn-ea"/>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14350" indent="-514350">
              <a:buFont typeface="+mj-ea"/>
              <a:buAutoNum type="circleNumDbPlain" startAt="5"/>
            </a:pPr>
            <a:r>
              <a:rPr lang="ja-JP" altLang="en-US" sz="2600">
                <a:cs typeface="Arial"/>
              </a:rPr>
              <a:t>コンテスト参加実績を提案活動にも活かしていきたい</a:t>
            </a:r>
            <a:endParaRPr lang="en-US" altLang="ja-JP" sz="2600">
              <a:cs typeface="Arial"/>
            </a:endParaRPr>
          </a:p>
          <a:p>
            <a:pPr marL="0" indent="0">
              <a:buNone/>
            </a:pPr>
            <a:r>
              <a:rPr lang="ja-JP" altLang="en-US" sz="1600">
                <a:cs typeface="Arial"/>
              </a:rPr>
              <a:t>　社外コンテストへの参加実績を通じて</a:t>
            </a:r>
            <a:endParaRPr lang="en-US" altLang="ja-JP" sz="1600">
              <a:cs typeface="Arial"/>
            </a:endParaRPr>
          </a:p>
          <a:p>
            <a:pPr lvl="3"/>
            <a:r>
              <a:rPr lang="ja-JP" altLang="en-US"/>
              <a:t>技術力</a:t>
            </a:r>
            <a:endParaRPr lang="en-US" altLang="ja-JP"/>
          </a:p>
          <a:p>
            <a:pPr lvl="3"/>
            <a:r>
              <a:rPr lang="ja-JP" altLang="en-US"/>
              <a:t>設計力</a:t>
            </a:r>
            <a:endParaRPr lang="en-US" altLang="ja-JP"/>
          </a:p>
          <a:p>
            <a:pPr lvl="3"/>
            <a:r>
              <a:rPr lang="ja-JP" altLang="en-US"/>
              <a:t>品質への取り組み</a:t>
            </a:r>
            <a:endParaRPr lang="en-US" altLang="ja-JP"/>
          </a:p>
          <a:p>
            <a:pPr marL="0" indent="0">
              <a:buNone/>
            </a:pPr>
            <a:r>
              <a:rPr lang="ja-JP" altLang="en-US" sz="1900">
                <a:cs typeface="Arial"/>
              </a:rPr>
              <a:t>　</a:t>
            </a:r>
            <a:r>
              <a:rPr lang="ja-JP" altLang="en-US" sz="1600">
                <a:cs typeface="Arial"/>
              </a:rPr>
              <a:t>を対外的に示す実績にもつなげます。</a:t>
            </a:r>
            <a:endParaRPr lang="en-US" altLang="ja-JP" sz="1600">
              <a:cs typeface="Arial"/>
            </a:endParaRPr>
          </a:p>
          <a:p>
            <a:pPr marL="0" indent="0">
              <a:buNone/>
            </a:pPr>
            <a:endParaRPr lang="ja-JP" altLang="en-US" sz="1600">
              <a:cs typeface="Arial"/>
            </a:endParaRPr>
          </a:p>
          <a:p>
            <a:pPr marL="0" indent="0">
              <a:buNone/>
            </a:pPr>
            <a:r>
              <a:rPr lang="ja-JP" altLang="en-US" sz="1600">
                <a:cs typeface="Arial"/>
              </a:rPr>
              <a:t>　「設計も対応できます」 「分析から支援できます」 「AI活用できます」</a:t>
            </a:r>
          </a:p>
          <a:p>
            <a:pPr marL="0" indent="0">
              <a:buNone/>
            </a:pPr>
            <a:r>
              <a:rPr lang="ja-JP" altLang="en-US" sz="1600">
                <a:cs typeface="Arial"/>
              </a:rPr>
              <a:t>　👆説明できる材料を増やし、</a:t>
            </a:r>
            <a:br>
              <a:rPr lang="ja-JP" altLang="en-US" sz="1600">
                <a:cs typeface="Arial"/>
              </a:rPr>
            </a:br>
            <a:r>
              <a:rPr lang="ja-JP" altLang="en-US" sz="1600">
                <a:cs typeface="Arial"/>
              </a:rPr>
              <a:t>　今後の提案活動や、案件獲得にもつなげていければと考えています。</a:t>
            </a:r>
          </a:p>
        </p:txBody>
      </p:sp>
    </p:spTree>
    <p:extLst>
      <p:ext uri="{BB962C8B-B14F-4D97-AF65-F5344CB8AC3E}">
        <p14:creationId xmlns:p14="http://schemas.microsoft.com/office/powerpoint/2010/main" val="3919340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E64CC-29E5-E238-6793-6CBC5EB00634}"/>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6B46D518-7F34-333E-45C0-1C2BE3BA88E2}"/>
              </a:ext>
            </a:extLst>
          </p:cNvPr>
          <p:cNvSpPr>
            <a:spLocks noGrp="1"/>
          </p:cNvSpPr>
          <p:nvPr>
            <p:ph type="title"/>
          </p:nvPr>
        </p:nvSpPr>
        <p:spPr/>
        <p:txBody>
          <a:bodyPr/>
          <a:lstStyle/>
          <a:p>
            <a:r>
              <a:rPr lang="ja-JP" altLang="en-US"/>
              <a:t>参加に向けて共有しておきたいこと</a:t>
            </a:r>
            <a:r>
              <a:rPr lang="en-US" altLang="ja-JP"/>
              <a:t>(1/2)</a:t>
            </a:r>
            <a:endParaRPr lang="ja-JP" altLang="en-US"/>
          </a:p>
        </p:txBody>
      </p:sp>
      <p:sp>
        <p:nvSpPr>
          <p:cNvPr id="8" name="コンテンツ プレースホルダー 4">
            <a:extLst>
              <a:ext uri="{FF2B5EF4-FFF2-40B4-BE49-F238E27FC236}">
                <a16:creationId xmlns:a16="http://schemas.microsoft.com/office/drawing/2014/main" id="{2818411E-8116-B259-264E-F24519137F22}"/>
              </a:ext>
            </a:extLst>
          </p:cNvPr>
          <p:cNvSpPr txBox="1">
            <a:spLocks/>
          </p:cNvSpPr>
          <p:nvPr/>
        </p:nvSpPr>
        <p:spPr>
          <a:xfrm>
            <a:off x="803274" y="1253330"/>
            <a:ext cx="10837863" cy="5010309"/>
          </a:xfrm>
          <a:prstGeom prst="rect">
            <a:avLst/>
          </a:prstGeom>
        </p:spPr>
        <p:txBody>
          <a:bodyPr vert="horz" lIns="91440" tIns="45720" rIns="91440" bIns="45720" rtlCol="0">
            <a:normAutofit/>
          </a:bodyPr>
          <a:lstStyle>
            <a:lvl1pPr marL="228600" indent="-228600" algn="l" defTabSz="914400" rtl="0" eaLnBrk="1" latinLnBrk="0" hangingPunct="1">
              <a:lnSpc>
                <a:spcPct val="130000"/>
              </a:lnSpc>
              <a:spcBef>
                <a:spcPts val="1000"/>
              </a:spcBef>
              <a:buFont typeface="Arial" panose="020B0604020202020204" pitchFamily="34" charset="0"/>
              <a:buChar char="•"/>
              <a:defRPr kumimoji="1" sz="2800" b="0" i="0" kern="1200">
                <a:solidFill>
                  <a:schemeClr val="tx1">
                    <a:lumMod val="75000"/>
                    <a:lumOff val="25000"/>
                  </a:schemeClr>
                </a:solidFill>
                <a:latin typeface="+mn-ea"/>
                <a:ea typeface="+mn-ea"/>
                <a:cs typeface="Arial" panose="020B0604020202020204" pitchFamily="34" charset="0"/>
              </a:defRPr>
            </a:lvl1pPr>
            <a:lvl2pPr marL="685800" indent="-228600" algn="l" defTabSz="914400" rtl="0" eaLnBrk="1" latinLnBrk="0" hangingPunct="1">
              <a:lnSpc>
                <a:spcPct val="130000"/>
              </a:lnSpc>
              <a:spcBef>
                <a:spcPts val="500"/>
              </a:spcBef>
              <a:buFont typeface="システムフォント（レギュラー）"/>
              <a:buChar char="▹"/>
              <a:defRPr kumimoji="1" sz="2400" b="0" i="0" kern="1200">
                <a:solidFill>
                  <a:schemeClr val="tx1">
                    <a:lumMod val="75000"/>
                    <a:lumOff val="25000"/>
                  </a:schemeClr>
                </a:solidFill>
                <a:latin typeface="+mn-ea"/>
                <a:ea typeface="+mn-ea"/>
                <a:cs typeface="Arial" panose="020B0604020202020204" pitchFamily="34" charset="0"/>
              </a:defRPr>
            </a:lvl2pPr>
            <a:lvl3pPr marL="1143000" indent="-228600" algn="l" defTabSz="914400" rtl="0" eaLnBrk="1" latinLnBrk="0" hangingPunct="1">
              <a:lnSpc>
                <a:spcPct val="130000"/>
              </a:lnSpc>
              <a:spcBef>
                <a:spcPts val="500"/>
              </a:spcBef>
              <a:buFont typeface="システムフォント（レギュラー）"/>
              <a:buChar char="‣"/>
              <a:defRPr kumimoji="1" sz="2000" b="0" i="0" kern="1200">
                <a:solidFill>
                  <a:schemeClr val="tx1">
                    <a:lumMod val="75000"/>
                    <a:lumOff val="25000"/>
                  </a:schemeClr>
                </a:solidFill>
                <a:latin typeface="+mn-ea"/>
                <a:ea typeface="+mn-ea"/>
                <a:cs typeface="Arial" panose="020B0604020202020204" pitchFamily="34" charset="0"/>
              </a:defRPr>
            </a:lvl3pPr>
            <a:lvl4pPr marL="1600200" indent="-228600" algn="l" defTabSz="914400" rtl="0" eaLnBrk="1" latinLnBrk="0" hangingPunct="1">
              <a:lnSpc>
                <a:spcPct val="130000"/>
              </a:lnSpc>
              <a:spcBef>
                <a:spcPts val="500"/>
              </a:spcBef>
              <a:buFont typeface="Arial" panose="020B0604020202020204" pitchFamily="34" charset="0"/>
              <a:buChar char="•"/>
              <a:defRPr kumimoji="1" sz="1800" b="0" i="0" kern="1200">
                <a:solidFill>
                  <a:schemeClr val="tx1">
                    <a:lumMod val="75000"/>
                    <a:lumOff val="25000"/>
                  </a:schemeClr>
                </a:solidFill>
                <a:latin typeface="+mn-ea"/>
                <a:ea typeface="+mn-ea"/>
                <a:cs typeface="Arial" panose="020B0604020202020204" pitchFamily="34" charset="0"/>
              </a:defRPr>
            </a:lvl4pPr>
            <a:lvl5pPr marL="2057400" indent="-228600" algn="l" defTabSz="914400" rtl="0" eaLnBrk="1" latinLnBrk="0" hangingPunct="1">
              <a:lnSpc>
                <a:spcPct val="130000"/>
              </a:lnSpc>
              <a:spcBef>
                <a:spcPts val="500"/>
              </a:spcBef>
              <a:buFont typeface="Arial" panose="020B0604020202020204" pitchFamily="34" charset="0"/>
              <a:buChar char="•"/>
              <a:defRPr kumimoji="1" sz="1800" b="0" i="0" kern="1200">
                <a:solidFill>
                  <a:schemeClr val="tx1">
                    <a:lumMod val="75000"/>
                    <a:lumOff val="25000"/>
                  </a:schemeClr>
                </a:solidFill>
                <a:latin typeface="+mn-ea"/>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2000"/>
              <a:t>今回の参加では、テスコンを通じて</a:t>
            </a:r>
            <a:endParaRPr lang="en-US" altLang="ja-JP" sz="2000"/>
          </a:p>
          <a:p>
            <a:pPr lvl="1"/>
            <a:r>
              <a:rPr lang="ja-JP" altLang="en-US" sz="1600"/>
              <a:t>テスト設計をチームで考える経験</a:t>
            </a:r>
            <a:endParaRPr lang="en-US" altLang="ja-JP" sz="1600"/>
          </a:p>
          <a:p>
            <a:pPr lvl="1"/>
            <a:r>
              <a:rPr lang="ja-JP" altLang="en-US" sz="1600"/>
              <a:t>設計意図を説明できる成果物づくり</a:t>
            </a:r>
            <a:endParaRPr lang="en-US" altLang="ja-JP" sz="1600"/>
          </a:p>
          <a:p>
            <a:pPr lvl="1"/>
            <a:r>
              <a:rPr lang="ja-JP" altLang="en-US" sz="1600"/>
              <a:t>実務にも活かせる進め方の検証</a:t>
            </a:r>
            <a:endParaRPr lang="en-US" altLang="ja-JP" sz="1600"/>
          </a:p>
          <a:p>
            <a:pPr marL="0" indent="0">
              <a:buNone/>
            </a:pPr>
            <a:r>
              <a:rPr lang="ja-JP" altLang="en-US" sz="2000"/>
              <a:t>を行いたいと考えています。</a:t>
            </a:r>
            <a:endParaRPr lang="en-US" altLang="ja-JP" sz="2000"/>
          </a:p>
          <a:p>
            <a:pPr marL="0" indent="0">
              <a:buNone/>
            </a:pPr>
            <a:endParaRPr lang="en-US" altLang="ja-JP" sz="2000"/>
          </a:p>
          <a:p>
            <a:pPr marL="0" indent="0">
              <a:buNone/>
            </a:pPr>
            <a:r>
              <a:rPr lang="ja-JP" altLang="en-US" sz="2000"/>
              <a:t>ただし、具体的な進め方や役割分担は、</a:t>
            </a:r>
            <a:endParaRPr lang="en-US" altLang="ja-JP" sz="2000"/>
          </a:p>
          <a:p>
            <a:pPr marL="0" indent="0">
              <a:buNone/>
            </a:pPr>
            <a:r>
              <a:rPr lang="ja-JP" altLang="en-US" sz="2000"/>
              <a:t>まだこれから詰めていく段階です。</a:t>
            </a:r>
          </a:p>
          <a:p>
            <a:pPr marL="0" indent="0">
              <a:buNone/>
            </a:pPr>
            <a:r>
              <a:rPr lang="ja-JP" altLang="en-US" sz="2000"/>
              <a:t>参加メンバーの経験や関心も踏まえながら、無理のない形で決めていきます。　</a:t>
            </a:r>
            <a:endParaRPr lang="en-US" altLang="ja-JP" sz="1600"/>
          </a:p>
          <a:p>
            <a:pPr marL="0" indent="0">
              <a:buNone/>
            </a:pPr>
            <a:endParaRPr lang="en-US" altLang="ja-JP" sz="2000"/>
          </a:p>
        </p:txBody>
      </p:sp>
      <p:sp>
        <p:nvSpPr>
          <p:cNvPr id="9" name="goal_bg_9"/>
          <p:cNvSpPr>
            <a:spLocks noGrp="1"/>
          </p:cNvSpPr>
          <p:nvPr/>
        </p:nvSpPr>
        <p:spPr>
          <a:xfrm>
            <a:off x="6881467" y="1918500"/>
            <a:ext cx="4507259" cy="700000"/>
          </a:xfrm>
          <a:prstGeom prst="roundRect">
            <a:avLst/>
          </a:prstGeom>
          <a:solidFill>
            <a:srgbClr val="0D47A1">
              <a:alpha val="80000"/>
            </a:srgbClr>
          </a:solidFill>
        </p:spPr>
        <p:txBody>
          <a:bodyPr/>
          <a:lstStyle/>
          <a:p>
            <a:endParaRPr lang="ja-JP"/>
          </a:p>
        </p:txBody>
      </p:sp>
      <p:sp>
        <p:nvSpPr>
          <p:cNvPr id="10" name="num_10"/>
          <p:cNvSpPr>
            <a:spLocks noGrp="1"/>
          </p:cNvSpPr>
          <p:nvPr/>
        </p:nvSpPr>
        <p:spPr>
          <a:xfrm>
            <a:off x="9080000" y="2130000"/>
            <a:ext cx="440000" cy="440000"/>
          </a:xfrm>
          <a:prstGeom prst="ellipse">
            <a:avLst/>
          </a:prstGeom>
          <a:solidFill>
            <a:srgbClr val="0D47A1"/>
          </a:solidFill>
          <a:ln>
            <a:noFill/>
          </a:ln>
        </p:spPr>
        <p:txBody>
          <a:bodyPr/>
          <a:lstStyle/>
          <a:p>
            <a:endParaRPr lang="ja-JP"/>
          </a:p>
        </p:txBody>
      </p:sp>
      <p:sp>
        <p:nvSpPr>
          <p:cNvPr id="11" name="numtxt_11"/>
          <p:cNvSpPr txBox="1">
            <a:spLocks noGrp="1"/>
          </p:cNvSpPr>
          <p:nvPr/>
        </p:nvSpPr>
        <p:spPr>
          <a:xfrm>
            <a:off x="7070309" y="2130904"/>
            <a:ext cx="708284" cy="307777"/>
          </a:xfrm>
          <a:prstGeom prst="rect">
            <a:avLst/>
          </a:prstGeom>
          <a:noFill/>
        </p:spPr>
        <p:txBody>
          <a:bodyPr wrap="square" lIns="45720" tIns="45720" rIns="45720" bIns="45720" rtlCol="0" anchor="ctr">
            <a:spAutoFit/>
          </a:bodyPr>
          <a:lstStyle/>
          <a:p>
            <a:pPr algn="ctr"/>
            <a:r>
              <a:rPr lang="ja-JP" altLang="en-US" sz="1400" b="1">
                <a:solidFill>
                  <a:srgbClr val="FFFFFF"/>
                </a:solidFill>
                <a:latin typeface="+mn-ea"/>
              </a:rPr>
              <a:t>1</a:t>
            </a:r>
          </a:p>
        </p:txBody>
      </p:sp>
      <p:sp>
        <p:nvSpPr>
          <p:cNvPr id="12" name="lbl_12"/>
          <p:cNvSpPr txBox="1">
            <a:spLocks noGrp="1"/>
          </p:cNvSpPr>
          <p:nvPr/>
        </p:nvSpPr>
        <p:spPr>
          <a:xfrm>
            <a:off x="7590308" y="2146293"/>
            <a:ext cx="3412639" cy="276999"/>
          </a:xfrm>
          <a:prstGeom prst="rect">
            <a:avLst/>
          </a:prstGeom>
          <a:noFill/>
        </p:spPr>
        <p:txBody>
          <a:bodyPr wrap="square" lIns="45720" tIns="45720" rIns="45720" bIns="45720" rtlCol="0" anchor="ctr">
            <a:spAutoFit/>
          </a:bodyPr>
          <a:lstStyle/>
          <a:p>
            <a:pPr algn="ctr"/>
            <a:r>
              <a:rPr lang="ja-JP" altLang="en-US" sz="1200" b="1">
                <a:solidFill>
                  <a:srgbClr val="FFFFFF"/>
                </a:solidFill>
                <a:latin typeface="+mn-ea"/>
              </a:rPr>
              <a:t>チームで考える</a:t>
            </a:r>
          </a:p>
        </p:txBody>
      </p:sp>
      <p:sp>
        <p:nvSpPr>
          <p:cNvPr id="13" name="goal_bg_13"/>
          <p:cNvSpPr>
            <a:spLocks noGrp="1"/>
          </p:cNvSpPr>
          <p:nvPr/>
        </p:nvSpPr>
        <p:spPr>
          <a:xfrm>
            <a:off x="6881467" y="2818500"/>
            <a:ext cx="4507259" cy="700000"/>
          </a:xfrm>
          <a:prstGeom prst="roundRect">
            <a:avLst/>
          </a:prstGeom>
          <a:solidFill>
            <a:srgbClr val="0A6B5F">
              <a:alpha val="80000"/>
            </a:srgbClr>
          </a:solidFill>
        </p:spPr>
        <p:txBody>
          <a:bodyPr/>
          <a:lstStyle/>
          <a:p>
            <a:endParaRPr lang="ja-JP"/>
          </a:p>
        </p:txBody>
      </p:sp>
      <p:sp>
        <p:nvSpPr>
          <p:cNvPr id="14" name="num_14"/>
          <p:cNvSpPr>
            <a:spLocks noGrp="1"/>
          </p:cNvSpPr>
          <p:nvPr/>
        </p:nvSpPr>
        <p:spPr>
          <a:xfrm>
            <a:off x="9080000" y="3030000"/>
            <a:ext cx="440000" cy="440000"/>
          </a:xfrm>
          <a:prstGeom prst="ellipse">
            <a:avLst/>
          </a:prstGeom>
          <a:solidFill>
            <a:srgbClr val="0A6B5F"/>
          </a:solidFill>
          <a:ln>
            <a:noFill/>
          </a:ln>
        </p:spPr>
        <p:txBody>
          <a:bodyPr/>
          <a:lstStyle/>
          <a:p>
            <a:endParaRPr lang="ja-JP"/>
          </a:p>
        </p:txBody>
      </p:sp>
      <p:sp>
        <p:nvSpPr>
          <p:cNvPr id="15" name="numtxt_15"/>
          <p:cNvSpPr txBox="1">
            <a:spLocks noGrp="1"/>
          </p:cNvSpPr>
          <p:nvPr/>
        </p:nvSpPr>
        <p:spPr>
          <a:xfrm>
            <a:off x="7070309" y="3030904"/>
            <a:ext cx="708284" cy="307777"/>
          </a:xfrm>
          <a:prstGeom prst="rect">
            <a:avLst/>
          </a:prstGeom>
          <a:noFill/>
        </p:spPr>
        <p:txBody>
          <a:bodyPr wrap="square" lIns="45720" tIns="45720" rIns="45720" bIns="45720" rtlCol="0" anchor="ctr">
            <a:spAutoFit/>
          </a:bodyPr>
          <a:lstStyle/>
          <a:p>
            <a:pPr algn="ctr"/>
            <a:r>
              <a:rPr lang="ja-JP" altLang="en-US" sz="1400" b="1">
                <a:solidFill>
                  <a:srgbClr val="FFFFFF"/>
                </a:solidFill>
                <a:latin typeface="+mn-ea"/>
              </a:rPr>
              <a:t>2</a:t>
            </a:r>
          </a:p>
        </p:txBody>
      </p:sp>
      <p:sp>
        <p:nvSpPr>
          <p:cNvPr id="16" name="lbl_16"/>
          <p:cNvSpPr txBox="1">
            <a:spLocks noGrp="1"/>
          </p:cNvSpPr>
          <p:nvPr/>
        </p:nvSpPr>
        <p:spPr>
          <a:xfrm>
            <a:off x="7590308" y="3046293"/>
            <a:ext cx="3412639" cy="276999"/>
          </a:xfrm>
          <a:prstGeom prst="rect">
            <a:avLst/>
          </a:prstGeom>
          <a:noFill/>
        </p:spPr>
        <p:txBody>
          <a:bodyPr wrap="square" lIns="45720" tIns="45720" rIns="45720" bIns="45720" rtlCol="0" anchor="ctr">
            <a:spAutoFit/>
          </a:bodyPr>
          <a:lstStyle/>
          <a:p>
            <a:pPr algn="ctr"/>
            <a:r>
              <a:rPr lang="ja-JP" altLang="en-US" sz="1200" b="1">
                <a:solidFill>
                  <a:srgbClr val="FFFFFF"/>
                </a:solidFill>
                <a:latin typeface="+mn-ea"/>
              </a:rPr>
              <a:t>成果物づくり</a:t>
            </a:r>
          </a:p>
        </p:txBody>
      </p:sp>
      <p:sp>
        <p:nvSpPr>
          <p:cNvPr id="17" name="goal_bg_17"/>
          <p:cNvSpPr>
            <a:spLocks noGrp="1"/>
          </p:cNvSpPr>
          <p:nvPr/>
        </p:nvSpPr>
        <p:spPr>
          <a:xfrm>
            <a:off x="6881467" y="3718500"/>
            <a:ext cx="4507259" cy="700000"/>
          </a:xfrm>
          <a:prstGeom prst="roundRect">
            <a:avLst/>
          </a:prstGeom>
          <a:solidFill>
            <a:srgbClr val="8A3A00">
              <a:alpha val="80000"/>
            </a:srgbClr>
          </a:solidFill>
        </p:spPr>
        <p:txBody>
          <a:bodyPr/>
          <a:lstStyle/>
          <a:p>
            <a:endParaRPr lang="ja-JP"/>
          </a:p>
        </p:txBody>
      </p:sp>
      <p:sp>
        <p:nvSpPr>
          <p:cNvPr id="18" name="num_18"/>
          <p:cNvSpPr>
            <a:spLocks noGrp="1"/>
          </p:cNvSpPr>
          <p:nvPr/>
        </p:nvSpPr>
        <p:spPr>
          <a:xfrm>
            <a:off x="9080000" y="3930000"/>
            <a:ext cx="440000" cy="440000"/>
          </a:xfrm>
          <a:prstGeom prst="ellipse">
            <a:avLst/>
          </a:prstGeom>
          <a:solidFill>
            <a:srgbClr val="8A3A00"/>
          </a:solidFill>
          <a:ln>
            <a:noFill/>
          </a:ln>
        </p:spPr>
        <p:txBody>
          <a:bodyPr/>
          <a:lstStyle/>
          <a:p>
            <a:endParaRPr lang="ja-JP"/>
          </a:p>
        </p:txBody>
      </p:sp>
      <p:sp>
        <p:nvSpPr>
          <p:cNvPr id="19" name="numtxt_19"/>
          <p:cNvSpPr txBox="1">
            <a:spLocks noGrp="1"/>
          </p:cNvSpPr>
          <p:nvPr/>
        </p:nvSpPr>
        <p:spPr>
          <a:xfrm>
            <a:off x="7070309" y="3930904"/>
            <a:ext cx="708284" cy="307777"/>
          </a:xfrm>
          <a:prstGeom prst="rect">
            <a:avLst/>
          </a:prstGeom>
          <a:noFill/>
        </p:spPr>
        <p:txBody>
          <a:bodyPr wrap="square" lIns="45720" tIns="45720" rIns="45720" bIns="45720" rtlCol="0" anchor="ctr">
            <a:spAutoFit/>
          </a:bodyPr>
          <a:lstStyle/>
          <a:p>
            <a:pPr algn="ctr"/>
            <a:r>
              <a:rPr lang="ja-JP" altLang="en-US" sz="1400" b="1">
                <a:solidFill>
                  <a:srgbClr val="FFFFFF"/>
                </a:solidFill>
                <a:latin typeface="+mn-ea"/>
              </a:rPr>
              <a:t>3</a:t>
            </a:r>
          </a:p>
        </p:txBody>
      </p:sp>
      <p:sp>
        <p:nvSpPr>
          <p:cNvPr id="20" name="lbl_20"/>
          <p:cNvSpPr txBox="1">
            <a:spLocks noGrp="1"/>
          </p:cNvSpPr>
          <p:nvPr/>
        </p:nvSpPr>
        <p:spPr>
          <a:xfrm>
            <a:off x="7590308" y="3946293"/>
            <a:ext cx="3412639" cy="276999"/>
          </a:xfrm>
          <a:prstGeom prst="rect">
            <a:avLst/>
          </a:prstGeom>
          <a:noFill/>
        </p:spPr>
        <p:txBody>
          <a:bodyPr wrap="square" lIns="45720" tIns="45720" rIns="45720" bIns="45720" rtlCol="0" anchor="ctr">
            <a:spAutoFit/>
          </a:bodyPr>
          <a:lstStyle/>
          <a:p>
            <a:pPr algn="ctr"/>
            <a:r>
              <a:rPr lang="ja-JP" altLang="en-US" sz="1200" b="1">
                <a:solidFill>
                  <a:srgbClr val="FFFFFF"/>
                </a:solidFill>
                <a:latin typeface="+mn-ea"/>
              </a:rPr>
              <a:t>進め方の検証</a:t>
            </a:r>
          </a:p>
        </p:txBody>
      </p:sp>
    </p:spTree>
    <p:extLst>
      <p:ext uri="{BB962C8B-B14F-4D97-AF65-F5344CB8AC3E}">
        <p14:creationId xmlns:p14="http://schemas.microsoft.com/office/powerpoint/2010/main" val="17833993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D3AE3-8147-5F44-87A6-34D1562945D6}"/>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4F6A8A47-424C-452F-5FD8-07A780FB52D2}"/>
              </a:ext>
            </a:extLst>
          </p:cNvPr>
          <p:cNvSpPr>
            <a:spLocks noGrp="1"/>
          </p:cNvSpPr>
          <p:nvPr>
            <p:ph type="title"/>
          </p:nvPr>
        </p:nvSpPr>
        <p:spPr/>
        <p:txBody>
          <a:bodyPr/>
          <a:lstStyle/>
          <a:p>
            <a:r>
              <a:rPr lang="ja-JP" altLang="en-US"/>
              <a:t>参加に向けて共有しておきたいこと</a:t>
            </a:r>
            <a:r>
              <a:rPr lang="en-US" altLang="ja-JP"/>
              <a:t>(2/2)</a:t>
            </a:r>
            <a:endParaRPr lang="ja-JP" altLang="en-US"/>
          </a:p>
        </p:txBody>
      </p:sp>
      <p:graphicFrame>
        <p:nvGraphicFramePr>
          <p:cNvPr id="2" name="図表 1">
            <a:extLst>
              <a:ext uri="{FF2B5EF4-FFF2-40B4-BE49-F238E27FC236}">
                <a16:creationId xmlns:a16="http://schemas.microsoft.com/office/drawing/2014/main" id="{EB7C4790-43C3-4A49-E15F-CB6F68DE3A8A}"/>
              </a:ext>
            </a:extLst>
          </p:cNvPr>
          <p:cNvGraphicFramePr/>
          <p:nvPr>
            <p:extLst>
              <p:ext uri="{D42A27DB-BD31-4B8C-83A1-F6EECF244321}">
                <p14:modId xmlns:p14="http://schemas.microsoft.com/office/powerpoint/2010/main" val="2815945878"/>
              </p:ext>
            </p:extLst>
          </p:nvPr>
        </p:nvGraphicFramePr>
        <p:xfrm>
          <a:off x="839220" y="1357958"/>
          <a:ext cx="10513557" cy="42551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テキスト ボックス 4">
            <a:extLst>
              <a:ext uri="{FF2B5EF4-FFF2-40B4-BE49-F238E27FC236}">
                <a16:creationId xmlns:a16="http://schemas.microsoft.com/office/drawing/2014/main" id="{3D868F68-B009-8197-7B5D-DF5E2C399BAB}"/>
              </a:ext>
            </a:extLst>
          </p:cNvPr>
          <p:cNvSpPr txBox="1"/>
          <p:nvPr/>
        </p:nvSpPr>
        <p:spPr>
          <a:xfrm>
            <a:off x="839220" y="896293"/>
            <a:ext cx="10513557" cy="923330"/>
          </a:xfrm>
          <a:prstGeom prst="rect">
            <a:avLst/>
          </a:prstGeom>
          <a:noFill/>
        </p:spPr>
        <p:txBody>
          <a:bodyPr wrap="square" rtlCol="0">
            <a:spAutoFit/>
          </a:bodyPr>
          <a:lstStyle/>
          <a:p>
            <a:r>
              <a:rPr kumimoji="1" lang="ja-JP" altLang="en-US"/>
              <a:t>現時点では、参加に向けて以下の</a:t>
            </a:r>
            <a:r>
              <a:rPr kumimoji="1" lang="en-US" altLang="ja-JP"/>
              <a:t>3</a:t>
            </a:r>
            <a:r>
              <a:rPr kumimoji="1" lang="ja-JP" altLang="en-US"/>
              <a:t>点を整理しています。</a:t>
            </a:r>
            <a:endParaRPr kumimoji="1" lang="en-US" altLang="ja-JP"/>
          </a:p>
          <a:p>
            <a:r>
              <a:rPr lang="ja-JP" altLang="en-US"/>
              <a:t>最初からすべて固めきるのではなく、参加メンバーの経験・関心・稼働状況を踏まえながら、</a:t>
            </a:r>
            <a:endParaRPr lang="en-US" altLang="ja-JP"/>
          </a:p>
          <a:p>
            <a:r>
              <a:rPr lang="ja-JP" altLang="en-US"/>
              <a:t>チームとして進めやすい形に具体化していきます。</a:t>
            </a:r>
            <a:endParaRPr kumimoji="1" lang="ja-JP" altLang="en-US"/>
          </a:p>
        </p:txBody>
      </p:sp>
      <p:sp>
        <p:nvSpPr>
          <p:cNvPr id="6" name="テキスト ボックス 5">
            <a:extLst>
              <a:ext uri="{FF2B5EF4-FFF2-40B4-BE49-F238E27FC236}">
                <a16:creationId xmlns:a16="http://schemas.microsoft.com/office/drawing/2014/main" id="{67D02918-12A2-3DC4-283D-2A4239C927C6}"/>
              </a:ext>
            </a:extLst>
          </p:cNvPr>
          <p:cNvSpPr txBox="1"/>
          <p:nvPr/>
        </p:nvSpPr>
        <p:spPr>
          <a:xfrm>
            <a:off x="839220" y="5279979"/>
            <a:ext cx="10513557" cy="923330"/>
          </a:xfrm>
          <a:prstGeom prst="rect">
            <a:avLst/>
          </a:prstGeom>
          <a:noFill/>
        </p:spPr>
        <p:txBody>
          <a:bodyPr wrap="square" lIns="91440" tIns="45720" rIns="91440" bIns="45720" rtlCol="0" anchor="t">
            <a:spAutoFit/>
          </a:bodyPr>
          <a:lstStyle/>
          <a:p>
            <a:r>
              <a:rPr lang="ja-JP" altLang="en-US"/>
              <a:t>成果物を作ることだけでなく、設計の考え方をチームで言語化する過程を重視し、</a:t>
            </a:r>
            <a:endParaRPr lang="en-US" altLang="ja-JP"/>
          </a:p>
          <a:p>
            <a:r>
              <a:rPr lang="ja-JP" altLang="en-US"/>
              <a:t>今後の実務に活かせる進め方・成果物づくりにもつなげていけるように</a:t>
            </a:r>
            <a:endParaRPr lang="en-US" altLang="ja-JP"/>
          </a:p>
          <a:p>
            <a:r>
              <a:rPr lang="ja-JP" altLang="en-US"/>
              <a:t>協力のほどよろしくお願いいたします。</a:t>
            </a:r>
          </a:p>
        </p:txBody>
      </p:sp>
      <p:sp>
        <p:nvSpPr>
          <p:cNvPr id="7" name="accent_7"/>
          <p:cNvSpPr>
            <a:spLocks noGrp="1"/>
          </p:cNvSpPr>
          <p:nvPr/>
        </p:nvSpPr>
        <p:spPr>
          <a:xfrm>
            <a:off x="11800000" y="1000000"/>
            <a:ext cx="150000" cy="5500000"/>
          </a:xfrm>
          <a:prstGeom prst="roundRect">
            <a:avLst/>
          </a:prstGeom>
          <a:solidFill>
            <a:srgbClr val="0D47A1">
              <a:alpha val="30000"/>
            </a:srgbClr>
          </a:solidFill>
        </p:spPr>
        <p:txBody>
          <a:bodyPr/>
          <a:lstStyle/>
          <a:p>
            <a:endParaRPr lang="ja-JP"/>
          </a:p>
        </p:txBody>
      </p:sp>
    </p:spTree>
    <p:extLst>
      <p:ext uri="{BB962C8B-B14F-4D97-AF65-F5344CB8AC3E}">
        <p14:creationId xmlns:p14="http://schemas.microsoft.com/office/powerpoint/2010/main" val="1273845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1F7BB-21A3-85C0-6576-09C48DCFF29A}"/>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DDFB27C0-5432-1E3F-7FF1-18752D8E8B3D}"/>
              </a:ext>
            </a:extLst>
          </p:cNvPr>
          <p:cNvSpPr>
            <a:spLocks noGrp="1"/>
          </p:cNvSpPr>
          <p:nvPr>
            <p:ph type="title"/>
          </p:nvPr>
        </p:nvSpPr>
        <p:spPr/>
        <p:txBody>
          <a:bodyPr/>
          <a:lstStyle/>
          <a:p>
            <a:r>
              <a:rPr lang="ja-JP" altLang="en-US"/>
              <a:t>参加に向けて</a:t>
            </a:r>
            <a:endParaRPr lang="en-US" altLang="ja-JP"/>
          </a:p>
        </p:txBody>
      </p:sp>
      <p:sp>
        <p:nvSpPr>
          <p:cNvPr id="8" name="コンテンツ プレースホルダー 4">
            <a:extLst>
              <a:ext uri="{FF2B5EF4-FFF2-40B4-BE49-F238E27FC236}">
                <a16:creationId xmlns:a16="http://schemas.microsoft.com/office/drawing/2014/main" id="{B879558C-B479-1EB9-5CE7-8AB7EE92D1C7}"/>
              </a:ext>
            </a:extLst>
          </p:cNvPr>
          <p:cNvSpPr txBox="1">
            <a:spLocks/>
          </p:cNvSpPr>
          <p:nvPr/>
        </p:nvSpPr>
        <p:spPr>
          <a:xfrm>
            <a:off x="803274" y="1253330"/>
            <a:ext cx="10837863" cy="5010309"/>
          </a:xfrm>
          <a:prstGeom prst="rect">
            <a:avLst/>
          </a:prstGeom>
        </p:spPr>
        <p:txBody>
          <a:bodyPr vert="horz" lIns="91440" tIns="45720" rIns="91440" bIns="45720" rtlCol="0">
            <a:normAutofit/>
          </a:bodyPr>
          <a:lstStyle>
            <a:lvl1pPr marL="228600" indent="-228600" algn="l" defTabSz="914400" rtl="0" eaLnBrk="1" latinLnBrk="0" hangingPunct="1">
              <a:lnSpc>
                <a:spcPct val="130000"/>
              </a:lnSpc>
              <a:spcBef>
                <a:spcPts val="1000"/>
              </a:spcBef>
              <a:buFont typeface="Arial" panose="020B0604020202020204" pitchFamily="34" charset="0"/>
              <a:buChar char="•"/>
              <a:defRPr kumimoji="1" sz="2800" b="0" i="0" kern="1200">
                <a:solidFill>
                  <a:schemeClr val="tx1">
                    <a:lumMod val="75000"/>
                    <a:lumOff val="25000"/>
                  </a:schemeClr>
                </a:solidFill>
                <a:latin typeface="+mn-ea"/>
                <a:ea typeface="+mn-ea"/>
                <a:cs typeface="Arial" panose="020B0604020202020204" pitchFamily="34" charset="0"/>
              </a:defRPr>
            </a:lvl1pPr>
            <a:lvl2pPr marL="685800" indent="-228600" algn="l" defTabSz="914400" rtl="0" eaLnBrk="1" latinLnBrk="0" hangingPunct="1">
              <a:lnSpc>
                <a:spcPct val="130000"/>
              </a:lnSpc>
              <a:spcBef>
                <a:spcPts val="500"/>
              </a:spcBef>
              <a:buFont typeface="システムフォント（レギュラー）"/>
              <a:buChar char="▹"/>
              <a:defRPr kumimoji="1" sz="2400" b="0" i="0" kern="1200">
                <a:solidFill>
                  <a:schemeClr val="tx1">
                    <a:lumMod val="75000"/>
                    <a:lumOff val="25000"/>
                  </a:schemeClr>
                </a:solidFill>
                <a:latin typeface="+mn-ea"/>
                <a:ea typeface="+mn-ea"/>
                <a:cs typeface="Arial" panose="020B0604020202020204" pitchFamily="34" charset="0"/>
              </a:defRPr>
            </a:lvl2pPr>
            <a:lvl3pPr marL="1143000" indent="-228600" algn="l" defTabSz="914400" rtl="0" eaLnBrk="1" latinLnBrk="0" hangingPunct="1">
              <a:lnSpc>
                <a:spcPct val="130000"/>
              </a:lnSpc>
              <a:spcBef>
                <a:spcPts val="500"/>
              </a:spcBef>
              <a:buFont typeface="システムフォント（レギュラー）"/>
              <a:buChar char="‣"/>
              <a:defRPr kumimoji="1" sz="2000" b="0" i="0" kern="1200">
                <a:solidFill>
                  <a:schemeClr val="tx1">
                    <a:lumMod val="75000"/>
                    <a:lumOff val="25000"/>
                  </a:schemeClr>
                </a:solidFill>
                <a:latin typeface="+mn-ea"/>
                <a:ea typeface="+mn-ea"/>
                <a:cs typeface="Arial" panose="020B0604020202020204" pitchFamily="34" charset="0"/>
              </a:defRPr>
            </a:lvl3pPr>
            <a:lvl4pPr marL="1600200" indent="-228600" algn="l" defTabSz="914400" rtl="0" eaLnBrk="1" latinLnBrk="0" hangingPunct="1">
              <a:lnSpc>
                <a:spcPct val="130000"/>
              </a:lnSpc>
              <a:spcBef>
                <a:spcPts val="500"/>
              </a:spcBef>
              <a:buFont typeface="Arial" panose="020B0604020202020204" pitchFamily="34" charset="0"/>
              <a:buChar char="•"/>
              <a:defRPr kumimoji="1" sz="1800" b="0" i="0" kern="1200">
                <a:solidFill>
                  <a:schemeClr val="tx1">
                    <a:lumMod val="75000"/>
                    <a:lumOff val="25000"/>
                  </a:schemeClr>
                </a:solidFill>
                <a:latin typeface="+mn-ea"/>
                <a:ea typeface="+mn-ea"/>
                <a:cs typeface="Arial" panose="020B0604020202020204" pitchFamily="34" charset="0"/>
              </a:defRPr>
            </a:lvl4pPr>
            <a:lvl5pPr marL="2057400" indent="-228600" algn="l" defTabSz="914400" rtl="0" eaLnBrk="1" latinLnBrk="0" hangingPunct="1">
              <a:lnSpc>
                <a:spcPct val="130000"/>
              </a:lnSpc>
              <a:spcBef>
                <a:spcPts val="500"/>
              </a:spcBef>
              <a:buFont typeface="Arial" panose="020B0604020202020204" pitchFamily="34" charset="0"/>
              <a:buChar char="•"/>
              <a:defRPr kumimoji="1" sz="1800" b="0" i="0" kern="1200">
                <a:solidFill>
                  <a:schemeClr val="tx1">
                    <a:lumMod val="75000"/>
                    <a:lumOff val="25000"/>
                  </a:schemeClr>
                </a:solidFill>
                <a:latin typeface="+mn-ea"/>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みんなで「より良いテスト」を考える機会にしたい</a:t>
            </a:r>
            <a:r>
              <a:rPr lang="ja-JP" altLang="en-US" sz="1600"/>
              <a:t>　</a:t>
            </a:r>
            <a:endParaRPr lang="en-US" altLang="ja-JP" sz="1600"/>
          </a:p>
          <a:p>
            <a:pPr marL="0" indent="0">
              <a:buNone/>
            </a:pPr>
            <a:r>
              <a:rPr lang="ja-JP" altLang="en-US" sz="1600"/>
              <a:t>　このコンテストは勝敗だけでなく、</a:t>
            </a:r>
            <a:endParaRPr lang="en-US" altLang="ja-JP" sz="1600"/>
          </a:p>
          <a:p>
            <a:pPr lvl="3"/>
            <a:r>
              <a:rPr lang="ja-JP" altLang="en-US"/>
              <a:t>テストを体系的に考える</a:t>
            </a:r>
            <a:endParaRPr lang="en-US" altLang="ja-JP"/>
          </a:p>
          <a:p>
            <a:pPr lvl="3"/>
            <a:r>
              <a:rPr lang="ja-JP" altLang="en-US"/>
              <a:t>チームで議論する</a:t>
            </a:r>
            <a:endParaRPr lang="en-US" altLang="ja-JP"/>
          </a:p>
          <a:p>
            <a:pPr lvl="3"/>
            <a:r>
              <a:rPr lang="ja-JP" altLang="en-US"/>
              <a:t>設計意図を説明する</a:t>
            </a:r>
            <a:endParaRPr lang="en-US" altLang="ja-JP"/>
          </a:p>
          <a:p>
            <a:pPr lvl="3"/>
            <a:r>
              <a:rPr lang="ja-JP" altLang="en-US"/>
              <a:t>新しいやり方を試す</a:t>
            </a:r>
            <a:endParaRPr lang="en-US" altLang="ja-JP"/>
          </a:p>
          <a:p>
            <a:pPr marL="0" indent="0">
              <a:buNone/>
            </a:pPr>
            <a:r>
              <a:rPr lang="ja-JP" altLang="en-US" sz="1900"/>
              <a:t>　</a:t>
            </a:r>
            <a:r>
              <a:rPr lang="ja-JP" altLang="en-US" sz="1600"/>
              <a:t>といった経験そのものに大きな価値があります。</a:t>
            </a:r>
            <a:endParaRPr lang="en-US" altLang="ja-JP" sz="1600"/>
          </a:p>
          <a:p>
            <a:pPr marL="0" indent="0">
              <a:buNone/>
            </a:pPr>
            <a:r>
              <a:rPr lang="ja-JP" altLang="en-US" sz="1600"/>
              <a:t>　普段の業務改善にもつながるため、</a:t>
            </a:r>
            <a:endParaRPr lang="en-US" altLang="ja-JP" sz="1600"/>
          </a:p>
          <a:p>
            <a:pPr marL="0" indent="0">
              <a:buNone/>
            </a:pPr>
            <a:r>
              <a:rPr lang="ja-JP" altLang="en-US" sz="1600"/>
              <a:t>　「テストをもっと面白く、強くしたい」メンバーで挑戦したいと考えています。</a:t>
            </a:r>
            <a:endParaRPr lang="en-US" altLang="ja-JP" sz="1600"/>
          </a:p>
        </p:txBody>
      </p:sp>
      <p:sp>
        <p:nvSpPr>
          <p:cNvPr id="9" name="val_bg_9"/>
          <p:cNvSpPr>
            <a:spLocks noGrp="1"/>
          </p:cNvSpPr>
          <p:nvPr/>
        </p:nvSpPr>
        <p:spPr>
          <a:xfrm>
            <a:off x="6394927" y="2611528"/>
            <a:ext cx="2596841" cy="967271"/>
          </a:xfrm>
          <a:prstGeom prst="roundRect">
            <a:avLst/>
          </a:prstGeom>
          <a:solidFill>
            <a:srgbClr val="0D47A1">
              <a:alpha val="80000"/>
            </a:srgbClr>
          </a:solidFill>
        </p:spPr>
        <p:txBody>
          <a:bodyPr/>
          <a:lstStyle/>
          <a:p>
            <a:endParaRPr lang="ja-JP"/>
          </a:p>
        </p:txBody>
      </p:sp>
      <p:sp>
        <p:nvSpPr>
          <p:cNvPr id="10" name="val_txt_10"/>
          <p:cNvSpPr txBox="1">
            <a:spLocks noGrp="1"/>
          </p:cNvSpPr>
          <p:nvPr/>
        </p:nvSpPr>
        <p:spPr>
          <a:xfrm>
            <a:off x="6394927" y="2902248"/>
            <a:ext cx="2517461" cy="400110"/>
          </a:xfrm>
          <a:prstGeom prst="rect">
            <a:avLst/>
          </a:prstGeom>
          <a:noFill/>
        </p:spPr>
        <p:txBody>
          <a:bodyPr wrap="square" lIns="45720" tIns="45720" rIns="45720" bIns="45720" rtlCol="0" anchor="ctr">
            <a:spAutoFit/>
          </a:bodyPr>
          <a:lstStyle/>
          <a:p>
            <a:pPr algn="ctr"/>
            <a:r>
              <a:rPr lang="ja-JP" altLang="en-US" sz="2000" b="1">
                <a:solidFill>
                  <a:srgbClr val="FFFFFF"/>
                </a:solidFill>
                <a:latin typeface="+mn-ea"/>
              </a:rPr>
              <a:t>体系的思考</a:t>
            </a:r>
          </a:p>
        </p:txBody>
      </p:sp>
      <p:sp>
        <p:nvSpPr>
          <p:cNvPr id="11" name="val_bg_11"/>
          <p:cNvSpPr>
            <a:spLocks noGrp="1"/>
          </p:cNvSpPr>
          <p:nvPr/>
        </p:nvSpPr>
        <p:spPr>
          <a:xfrm>
            <a:off x="9045367" y="2630617"/>
            <a:ext cx="2621209" cy="923133"/>
          </a:xfrm>
          <a:prstGeom prst="roundRect">
            <a:avLst/>
          </a:prstGeom>
          <a:solidFill>
            <a:srgbClr val="0A6B5F">
              <a:alpha val="80000"/>
            </a:srgbClr>
          </a:solidFill>
        </p:spPr>
        <p:txBody>
          <a:bodyPr/>
          <a:lstStyle/>
          <a:p>
            <a:endParaRPr lang="ja-JP"/>
          </a:p>
        </p:txBody>
      </p:sp>
      <p:sp>
        <p:nvSpPr>
          <p:cNvPr id="12" name="val_txt_12"/>
          <p:cNvSpPr txBox="1">
            <a:spLocks noGrp="1"/>
          </p:cNvSpPr>
          <p:nvPr/>
        </p:nvSpPr>
        <p:spPr>
          <a:xfrm>
            <a:off x="9605971" y="2892128"/>
            <a:ext cx="1500000" cy="400110"/>
          </a:xfrm>
          <a:prstGeom prst="rect">
            <a:avLst/>
          </a:prstGeom>
          <a:noFill/>
        </p:spPr>
        <p:txBody>
          <a:bodyPr lIns="45720" tIns="45720" rIns="45720" bIns="45720" rtlCol="0" anchor="ctr">
            <a:spAutoFit/>
          </a:bodyPr>
          <a:lstStyle/>
          <a:p>
            <a:pPr algn="ctr"/>
            <a:r>
              <a:rPr lang="ja-JP" altLang="en-US" sz="2000" b="1">
                <a:solidFill>
                  <a:srgbClr val="FFFFFF"/>
                </a:solidFill>
                <a:latin typeface="+mn-ea"/>
              </a:rPr>
              <a:t>チーム力</a:t>
            </a:r>
          </a:p>
        </p:txBody>
      </p:sp>
      <p:sp>
        <p:nvSpPr>
          <p:cNvPr id="13" name="val_bg_13"/>
          <p:cNvSpPr>
            <a:spLocks noGrp="1"/>
          </p:cNvSpPr>
          <p:nvPr/>
        </p:nvSpPr>
        <p:spPr>
          <a:xfrm>
            <a:off x="6394927" y="3621356"/>
            <a:ext cx="2603061" cy="923134"/>
          </a:xfrm>
          <a:prstGeom prst="roundRect">
            <a:avLst/>
          </a:prstGeom>
          <a:solidFill>
            <a:srgbClr val="8A3A00">
              <a:alpha val="80000"/>
            </a:srgbClr>
          </a:solidFill>
        </p:spPr>
        <p:txBody>
          <a:bodyPr/>
          <a:lstStyle/>
          <a:p>
            <a:endParaRPr lang="ja-JP"/>
          </a:p>
        </p:txBody>
      </p:sp>
      <p:sp>
        <p:nvSpPr>
          <p:cNvPr id="14" name="val_txt_14"/>
          <p:cNvSpPr txBox="1">
            <a:spLocks noGrp="1"/>
          </p:cNvSpPr>
          <p:nvPr/>
        </p:nvSpPr>
        <p:spPr>
          <a:xfrm>
            <a:off x="6903657" y="3869519"/>
            <a:ext cx="1500000" cy="400110"/>
          </a:xfrm>
          <a:prstGeom prst="rect">
            <a:avLst/>
          </a:prstGeom>
          <a:noFill/>
        </p:spPr>
        <p:txBody>
          <a:bodyPr lIns="45720" tIns="45720" rIns="45720" bIns="45720" rtlCol="0" anchor="ctr">
            <a:spAutoFit/>
          </a:bodyPr>
          <a:lstStyle/>
          <a:p>
            <a:pPr algn="ctr"/>
            <a:r>
              <a:rPr lang="ja-JP" altLang="en-US" sz="2000" b="1">
                <a:solidFill>
                  <a:srgbClr val="FFFFFF"/>
                </a:solidFill>
                <a:latin typeface="+mn-ea"/>
              </a:rPr>
              <a:t>設計視点</a:t>
            </a:r>
          </a:p>
        </p:txBody>
      </p:sp>
      <p:sp>
        <p:nvSpPr>
          <p:cNvPr id="15" name="val_bg_15"/>
          <p:cNvSpPr>
            <a:spLocks noGrp="1"/>
          </p:cNvSpPr>
          <p:nvPr/>
        </p:nvSpPr>
        <p:spPr>
          <a:xfrm>
            <a:off x="9023429" y="3621356"/>
            <a:ext cx="2643147" cy="923135"/>
          </a:xfrm>
          <a:prstGeom prst="roundRect">
            <a:avLst/>
          </a:prstGeom>
          <a:solidFill>
            <a:srgbClr val="5A1A8A">
              <a:alpha val="80000"/>
            </a:srgbClr>
          </a:solidFill>
        </p:spPr>
        <p:txBody>
          <a:bodyPr/>
          <a:lstStyle/>
          <a:p>
            <a:endParaRPr lang="ja-JP"/>
          </a:p>
        </p:txBody>
      </p:sp>
      <p:sp>
        <p:nvSpPr>
          <p:cNvPr id="16" name="val_txt_16"/>
          <p:cNvSpPr txBox="1">
            <a:spLocks noGrp="1"/>
          </p:cNvSpPr>
          <p:nvPr/>
        </p:nvSpPr>
        <p:spPr>
          <a:xfrm>
            <a:off x="9438133" y="3904111"/>
            <a:ext cx="1813738" cy="400110"/>
          </a:xfrm>
          <a:prstGeom prst="rect">
            <a:avLst/>
          </a:prstGeom>
          <a:noFill/>
        </p:spPr>
        <p:txBody>
          <a:bodyPr wrap="square" lIns="45720" tIns="45720" rIns="45720" bIns="45720" rtlCol="0" anchor="ctr">
            <a:spAutoFit/>
          </a:bodyPr>
          <a:lstStyle/>
          <a:p>
            <a:pPr algn="ctr"/>
            <a:r>
              <a:rPr lang="ja-JP" altLang="en-US" sz="2000" b="1">
                <a:solidFill>
                  <a:srgbClr val="FFFFFF"/>
                </a:solidFill>
                <a:latin typeface="+mn-ea"/>
              </a:rPr>
              <a:t>新手法の試み</a:t>
            </a:r>
          </a:p>
        </p:txBody>
      </p:sp>
    </p:spTree>
    <p:extLst>
      <p:ext uri="{BB962C8B-B14F-4D97-AF65-F5344CB8AC3E}">
        <p14:creationId xmlns:p14="http://schemas.microsoft.com/office/powerpoint/2010/main" val="1212298985"/>
      </p:ext>
    </p:extLst>
  </p:cSld>
  <p:clrMapOvr>
    <a:masterClrMapping/>
  </p:clrMapOvr>
</p:sld>
</file>

<file path=ppt/theme/theme1.xml><?xml version="1.0" encoding="utf-8"?>
<a:theme xmlns:a="http://schemas.openxmlformats.org/drawingml/2006/main" name="社内用">
  <a:themeElements>
    <a:clrScheme name="ユーザー定義241002">
      <a:dk1>
        <a:srgbClr val="000000"/>
      </a:dk1>
      <a:lt1>
        <a:srgbClr val="FFFFFF"/>
      </a:lt1>
      <a:dk2>
        <a:srgbClr val="004098"/>
      </a:dk2>
      <a:lt2>
        <a:srgbClr val="C31271"/>
      </a:lt2>
      <a:accent1>
        <a:srgbClr val="004098"/>
      </a:accent1>
      <a:accent2>
        <a:srgbClr val="969696"/>
      </a:accent2>
      <a:accent3>
        <a:srgbClr val="A5A5A5"/>
      </a:accent3>
      <a:accent4>
        <a:srgbClr val="B3B3B3"/>
      </a:accent4>
      <a:accent5>
        <a:srgbClr val="C9DDEC"/>
      </a:accent5>
      <a:accent6>
        <a:srgbClr val="A994D4"/>
      </a:accent6>
      <a:hlink>
        <a:srgbClr val="9454C3"/>
      </a:hlink>
      <a:folHlink>
        <a:srgbClr val="3EBBF0"/>
      </a:folHlink>
    </a:clrScheme>
    <a:fontScheme name="ユーザー定義 1">
      <a:majorFont>
        <a:latin typeface="游ゴシック"/>
        <a:ea typeface="游ゴシック"/>
        <a:cs typeface=""/>
      </a:majorFont>
      <a:minorFont>
        <a:latin typeface="游ゴシック"/>
        <a:ea typeface="游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8100">
          <a:solidFill>
            <a:srgbClr val="004098"/>
          </a:solidFill>
        </a:ln>
      </a:spPr>
      <a:bodyPr rtlCol="0" anchor="ctr"/>
      <a:lstStyle>
        <a:defPPr algn="ctr">
          <a:defRPr kumimoji="1"/>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社外用">
  <a:themeElements>
    <a:clrScheme name="VERISERVE color">
      <a:dk1>
        <a:srgbClr val="000000"/>
      </a:dk1>
      <a:lt1>
        <a:srgbClr val="FFFFFF"/>
      </a:lt1>
      <a:dk2>
        <a:srgbClr val="004098"/>
      </a:dk2>
      <a:lt2>
        <a:srgbClr val="C31271"/>
      </a:lt2>
      <a:accent1>
        <a:srgbClr val="004098"/>
      </a:accent1>
      <a:accent2>
        <a:srgbClr val="969696"/>
      </a:accent2>
      <a:accent3>
        <a:srgbClr val="A5A5A5"/>
      </a:accent3>
      <a:accent4>
        <a:srgbClr val="B3B3B3"/>
      </a:accent4>
      <a:accent5>
        <a:srgbClr val="C9DDEC"/>
      </a:accent5>
      <a:accent6>
        <a:srgbClr val="A994D4"/>
      </a:accent6>
      <a:hlink>
        <a:srgbClr val="9454C3"/>
      </a:hlink>
      <a:folHlink>
        <a:srgbClr val="3EBBF0"/>
      </a:folHlink>
    </a:clrScheme>
    <a:fontScheme name="2410_提案書フォーマット改訂">
      <a:majorFont>
        <a:latin typeface="游ゴシック"/>
        <a:ea typeface="游ゴシック"/>
        <a:cs typeface=""/>
      </a:majorFont>
      <a:minorFont>
        <a:latin typeface="游ゴシック"/>
        <a:ea typeface="游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5"/>
        </a:solidFill>
        <a:ln w="38100">
          <a:noFill/>
        </a:ln>
      </a:spPr>
      <a:bodyPr lIns="0" tIns="0" rIns="0" bIns="54000" rtlCol="0" anchor="ctr"/>
      <a:lstStyle>
        <a:defPPr algn="ctr">
          <a:lnSpc>
            <a:spcPct val="130000"/>
          </a:lnSpc>
          <a:defRPr sz="1600" b="1" spc="100" dirty="0">
            <a:solidFill>
              <a:schemeClr val="tx2"/>
            </a:solidFill>
            <a:latin typeface="+mn-ea"/>
            <a:cs typeface="Yu Gothic"/>
          </a:defRPr>
        </a:defPPr>
      </a:lstStyle>
      <a:style>
        <a:lnRef idx="2">
          <a:schemeClr val="accent1">
            <a:shade val="15000"/>
          </a:schemeClr>
        </a:lnRef>
        <a:fillRef idx="1">
          <a:schemeClr val="accent1"/>
        </a:fillRef>
        <a:effectRef idx="0">
          <a:schemeClr val="accent1"/>
        </a:effectRef>
        <a:fontRef idx="minor">
          <a:schemeClr val="lt1"/>
        </a:fontRef>
      </a:style>
    </a:spDef>
    <a:lnDef>
      <a:spPr>
        <a:ln w="952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vert="horz" wrap="none" lIns="0" tIns="0" rIns="0" bIns="0" rtlCol="0">
        <a:spAutoFit/>
      </a:bodyPr>
      <a:lstStyle>
        <a:defPPr marR="4344" indent="543" algn="l">
          <a:lnSpc>
            <a:spcPct val="110000"/>
          </a:lnSpc>
          <a:spcBef>
            <a:spcPts val="0"/>
          </a:spcBef>
          <a:defRPr kumimoji="1" sz="1200" dirty="0" smtClean="0">
            <a:solidFill>
              <a:srgbClr val="231F20"/>
            </a:solidFill>
            <a:latin typeface="+mn-ea"/>
            <a:ea typeface="+mn-ea"/>
            <a:cs typeface="Yu Gothic"/>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テーマ">
  <a:themeElements>
    <a:clrScheme name="ユーザー定義 1">
      <a:dk1>
        <a:srgbClr val="000000"/>
      </a:dk1>
      <a:lt1>
        <a:srgbClr val="FFFFFF"/>
      </a:lt1>
      <a:dk2>
        <a:srgbClr val="004098"/>
      </a:dk2>
      <a:lt2>
        <a:srgbClr val="C31271"/>
      </a:lt2>
      <a:accent1>
        <a:srgbClr val="004098"/>
      </a:accent1>
      <a:accent2>
        <a:srgbClr val="969696"/>
      </a:accent2>
      <a:accent3>
        <a:srgbClr val="A5A5A5"/>
      </a:accent3>
      <a:accent4>
        <a:srgbClr val="B3B3B3"/>
      </a:accent4>
      <a:accent5>
        <a:srgbClr val="FF6500"/>
      </a:accent5>
      <a:accent6>
        <a:srgbClr val="211100"/>
      </a:accent6>
      <a:hlink>
        <a:srgbClr val="9454C3"/>
      </a:hlink>
      <a:folHlink>
        <a:srgbClr val="3EBBF0"/>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097156d-7f77-4d65-83c7-1e3ec6ae94f2" xsi:nil="true"/>
    <lcf76f155ced4ddcb4097134ff3c332f xmlns="5322be99-47bc-4e89-a78e-66ce53288b39">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638016BEA29A054699990A55E186A659" ma:contentTypeVersion="15" ma:contentTypeDescription="新しいドキュメントを作成します。" ma:contentTypeScope="" ma:versionID="5779c9b07a35fcb4ba9252991098b321">
  <xsd:schema xmlns:xsd="http://www.w3.org/2001/XMLSchema" xmlns:xs="http://www.w3.org/2001/XMLSchema" xmlns:p="http://schemas.microsoft.com/office/2006/metadata/properties" xmlns:ns2="5322be99-47bc-4e89-a78e-66ce53288b39" xmlns:ns3="0097156d-7f77-4d65-83c7-1e3ec6ae94f2" targetNamespace="http://schemas.microsoft.com/office/2006/metadata/properties" ma:root="true" ma:fieldsID="d894dc66914f6f2d4f0cc01a576b917d" ns2:_="" ns3:_="">
    <xsd:import namespace="5322be99-47bc-4e89-a78e-66ce53288b39"/>
    <xsd:import namespace="0097156d-7f77-4d65-83c7-1e3ec6ae94f2"/>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DateTaken"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22be99-47bc-4e89-a78e-66ce53288b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7" nillable="true" ma:taxonomy="true" ma:internalName="lcf76f155ced4ddcb4097134ff3c332f" ma:taxonomyFieldName="MediaServiceImageTags" ma:displayName="画像タグ" ma:readOnly="false" ma:fieldId="{5cf76f15-5ced-4ddc-b409-7134ff3c332f}" ma:taxonomyMulti="true" ma:sspId="3afd7d5b-aa94-4c14-94c5-0a562e085b1e" ma:termSetId="09814cd3-568e-fe90-9814-8d621ff8fb84" ma:anchorId="fba54fb3-c3e1-fe81-a776-ca4b69148c4d" ma:open="true" ma:isKeyword="false">
      <xsd:complexType>
        <xsd:sequence>
          <xsd:element ref="pc:Terms" minOccurs="0" maxOccurs="1"/>
        </xsd:sequence>
      </xsd:complex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097156d-7f77-4d65-83c7-1e3ec6ae94f2" elementFormDefault="qualified">
    <xsd:import namespace="http://schemas.microsoft.com/office/2006/documentManagement/types"/>
    <xsd:import namespace="http://schemas.microsoft.com/office/infopath/2007/PartnerControls"/>
    <xsd:element name="SharedWithUsers" ma:index="14"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共有相手の詳細情報" ma:internalName="SharedWithDetails" ma:readOnly="true">
      <xsd:simpleType>
        <xsd:restriction base="dms:Note">
          <xsd:maxLength value="255"/>
        </xsd:restriction>
      </xsd:simpleType>
    </xsd:element>
    <xsd:element name="TaxCatchAll" ma:index="18" nillable="true" ma:displayName="Taxonomy Catch All Column" ma:hidden="true" ma:list="{fb6111da-e939-4c89-95b3-7c7d73cb0418}" ma:internalName="TaxCatchAll" ma:showField="CatchAllData" ma:web="0097156d-7f77-4d65-83c7-1e3ec6ae94f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130473D-D683-4327-BCDA-C625B146862F}">
  <ds:schemaRefs>
    <ds:schemaRef ds:uri="0097156d-7f77-4d65-83c7-1e3ec6ae94f2"/>
    <ds:schemaRef ds:uri="5322be99-47bc-4e89-a78e-66ce53288b3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795F0F0-99DF-4119-8156-BB6106A23853}">
  <ds:schemaRefs>
    <ds:schemaRef ds:uri="0097156d-7f77-4d65-83c7-1e3ec6ae94f2"/>
    <ds:schemaRef ds:uri="5322be99-47bc-4e89-a78e-66ce53288b3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82F5434-4D1F-49BB-A8BA-3CE1A3F0EBC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15</Slides>
  <Notes>0</Notes>
  <HiddenSlides>0</HiddenSlides>
  <ScaleCrop>false</ScaleCrop>
  <HeadingPairs>
    <vt:vector size="4" baseType="variant">
      <vt:variant>
        <vt:lpstr>Theme</vt:lpstr>
      </vt:variant>
      <vt:variant>
        <vt:i4>2</vt:i4>
      </vt:variant>
      <vt:variant>
        <vt:lpstr>Slide Titles</vt:lpstr>
      </vt:variant>
      <vt:variant>
        <vt:i4>15</vt:i4>
      </vt:variant>
    </vt:vector>
  </HeadingPairs>
  <TitlesOfParts>
    <vt:vector size="17" baseType="lpstr">
      <vt:lpstr>社内用</vt:lpstr>
      <vt:lpstr>社外用</vt:lpstr>
      <vt:lpstr>テスト設計コンテスト参加に向けて</vt:lpstr>
      <vt:lpstr>テスト設計コンテストとは？</vt:lpstr>
      <vt:lpstr>このコンテストの特徴</vt:lpstr>
      <vt:lpstr>テスコンでやること</vt:lpstr>
      <vt:lpstr>テスコンでやること</vt:lpstr>
      <vt:lpstr>テスコンでやること</vt:lpstr>
      <vt:lpstr>テスコンで評価されるポイント</vt:lpstr>
      <vt:lpstr>今回VSHDで参加したい理由(1/5)</vt:lpstr>
      <vt:lpstr>今回VSHDで参加したい理由(2/5)</vt:lpstr>
      <vt:lpstr>今回VSHDで参加したい理由(3/5)</vt:lpstr>
      <vt:lpstr>今回VSHDで参加したい理由(4/5)</vt:lpstr>
      <vt:lpstr>今回VSHDで参加したい理由(5/5)</vt:lpstr>
      <vt:lpstr>参加に向けて共有しておきたいこと(1/2)</vt:lpstr>
      <vt:lpstr>参加に向けて共有しておきたいこと(2/2)</vt:lpstr>
      <vt:lpstr>参加に向けて</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2024-09-25T02:16:15Z</dcterms:created>
  <dcterms:modified xsi:type="dcterms:W3CDTF">2026-05-22T08:39:57Z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0x01010024CB3B1D6D54FB488C0964536A240231</vt:lpwstr>
  </property>
  <property fmtid="{D5CDD505-2E9C-101B-9397-08002B2CF9AE}" pid="3" name="MediaServiceImageTags">
    <vt:lpwstr/>
  </property>
</Properties>
</file>